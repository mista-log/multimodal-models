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ebm" ContentType="video/webm"/>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8"/>
  </p:notesMasterIdLst>
  <p:handoutMasterIdLst>
    <p:handoutMasterId r:id="rId29"/>
  </p:handoutMasterIdLst>
  <p:sldIdLst>
    <p:sldId id="256" r:id="rId5"/>
    <p:sldId id="550145267" r:id="rId6"/>
    <p:sldId id="273" r:id="rId7"/>
    <p:sldId id="270" r:id="rId8"/>
    <p:sldId id="550145316" r:id="rId9"/>
    <p:sldId id="550145317" r:id="rId10"/>
    <p:sldId id="550145318" r:id="rId11"/>
    <p:sldId id="550145319" r:id="rId12"/>
    <p:sldId id="550145320" r:id="rId13"/>
    <p:sldId id="550145322" r:id="rId14"/>
    <p:sldId id="550145323" r:id="rId15"/>
    <p:sldId id="550145327" r:id="rId16"/>
    <p:sldId id="550145331" r:id="rId17"/>
    <p:sldId id="550145329" r:id="rId18"/>
    <p:sldId id="550145332" r:id="rId19"/>
    <p:sldId id="550145333" r:id="rId20"/>
    <p:sldId id="550145334" r:id="rId21"/>
    <p:sldId id="550145335" r:id="rId22"/>
    <p:sldId id="550145328" r:id="rId23"/>
    <p:sldId id="550145315" r:id="rId24"/>
    <p:sldId id="550145336" r:id="rId25"/>
    <p:sldId id="550145337" r:id="rId26"/>
    <p:sldId id="301" r:id="rId27"/>
  </p:sldIdLst>
  <p:sldSz cx="36576000" cy="2057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DD9AA"/>
    <a:srgbClr val="676767"/>
    <a:srgbClr val="00FF00"/>
    <a:srgbClr val="FF0000"/>
    <a:srgbClr val="76B900"/>
    <a:srgbClr val="FFFFFF"/>
    <a:srgbClr val="D1D1D1"/>
    <a:srgbClr val="C0C0C0"/>
    <a:srgbClr val="B8B8B8"/>
    <a:srgbClr val="15161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B425E6-99D8-49FF-B322-48EC6605C0F3}" v="6" dt="2023-09-22T13:25:53.8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02" autoAdjust="0"/>
    <p:restoredTop sz="65271" autoAdjust="0"/>
  </p:normalViewPr>
  <p:slideViewPr>
    <p:cSldViewPr snapToGrid="0">
      <p:cViewPr varScale="1">
        <p:scale>
          <a:sx n="15" d="100"/>
          <a:sy n="15" d="100"/>
        </p:scale>
        <p:origin x="893" y="3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4F1397F-2CA7-4E1A-BD3A-17F6241C9518}" type="doc">
      <dgm:prSet loTypeId="urn:microsoft.com/office/officeart/2005/8/layout/radial6" loCatId="relationship" qsTypeId="urn:microsoft.com/office/officeart/2005/8/quickstyle/simple1" qsCatId="simple" csTypeId="urn:microsoft.com/office/officeart/2005/8/colors/accent0_3" csCatId="mainScheme" phldr="1"/>
      <dgm:spPr/>
      <dgm:t>
        <a:bodyPr/>
        <a:lstStyle/>
        <a:p>
          <a:endParaRPr lang="en-US"/>
        </a:p>
      </dgm:t>
    </dgm:pt>
    <dgm:pt modelId="{9DF8D5DE-0DD9-4D9E-8237-5287AF2849B2}">
      <dgm:prSet phldrT="[Text]"/>
      <dgm:spPr/>
      <dgm:t>
        <a:bodyPr anchor="b"/>
        <a:lstStyle/>
        <a:p>
          <a:r>
            <a:rPr lang="en-US" dirty="0">
              <a:solidFill>
                <a:schemeClr val="tx1"/>
              </a:solidFill>
            </a:rPr>
            <a:t>Sight</a:t>
          </a:r>
        </a:p>
      </dgm:t>
    </dgm:pt>
    <dgm:pt modelId="{F1701D9D-5F8F-4CC9-B78D-BA1F0A018BD6}" type="parTrans" cxnId="{FB8D90C8-4B9E-422A-B183-32B4039F7245}">
      <dgm:prSet/>
      <dgm:spPr/>
      <dgm:t>
        <a:bodyPr/>
        <a:lstStyle/>
        <a:p>
          <a:endParaRPr lang="en-US"/>
        </a:p>
      </dgm:t>
    </dgm:pt>
    <dgm:pt modelId="{4F20E43F-2E42-40AC-AA69-C092EC6EE9B9}" type="sibTrans" cxnId="{FB8D90C8-4B9E-422A-B183-32B4039F7245}">
      <dgm:prSet/>
      <dgm:spPr/>
      <dgm:t>
        <a:bodyPr/>
        <a:lstStyle/>
        <a:p>
          <a:endParaRPr lang="en-US"/>
        </a:p>
      </dgm:t>
    </dgm:pt>
    <dgm:pt modelId="{FC1FC7E8-1139-480C-BA4B-FEE11A7ADE3A}">
      <dgm:prSet phldrT="[Text]"/>
      <dgm:spPr/>
      <dgm:t>
        <a:bodyPr anchor="b"/>
        <a:lstStyle/>
        <a:p>
          <a:r>
            <a:rPr lang="en-US" dirty="0">
              <a:solidFill>
                <a:schemeClr val="tx1"/>
              </a:solidFill>
            </a:rPr>
            <a:t>Smell</a:t>
          </a:r>
        </a:p>
      </dgm:t>
    </dgm:pt>
    <dgm:pt modelId="{E8A69F3B-9A23-4CD2-B325-17403D0DB75D}" type="parTrans" cxnId="{B4FB7708-BC9B-4CF9-83F7-B2C1C3090500}">
      <dgm:prSet/>
      <dgm:spPr/>
      <dgm:t>
        <a:bodyPr/>
        <a:lstStyle/>
        <a:p>
          <a:endParaRPr lang="en-US"/>
        </a:p>
      </dgm:t>
    </dgm:pt>
    <dgm:pt modelId="{441E9183-9191-49BB-9D71-76751C53BC0C}" type="sibTrans" cxnId="{B4FB7708-BC9B-4CF9-83F7-B2C1C3090500}">
      <dgm:prSet/>
      <dgm:spPr/>
      <dgm:t>
        <a:bodyPr/>
        <a:lstStyle/>
        <a:p>
          <a:endParaRPr lang="en-US"/>
        </a:p>
      </dgm:t>
    </dgm:pt>
    <dgm:pt modelId="{D1E74733-1E08-4995-93E7-B4DCBE835789}">
      <dgm:prSet phldrT="[Text]"/>
      <dgm:spPr/>
      <dgm:t>
        <a:bodyPr anchor="b"/>
        <a:lstStyle/>
        <a:p>
          <a:r>
            <a:rPr lang="en-US" dirty="0">
              <a:solidFill>
                <a:schemeClr val="tx1"/>
              </a:solidFill>
            </a:rPr>
            <a:t>Taste</a:t>
          </a:r>
        </a:p>
      </dgm:t>
    </dgm:pt>
    <dgm:pt modelId="{256993B1-EE3C-4923-AC61-E789C4C79D61}" type="parTrans" cxnId="{155142D3-10A7-4D5A-89C7-DE2F9AAE0220}">
      <dgm:prSet/>
      <dgm:spPr/>
      <dgm:t>
        <a:bodyPr/>
        <a:lstStyle/>
        <a:p>
          <a:endParaRPr lang="en-US"/>
        </a:p>
      </dgm:t>
    </dgm:pt>
    <dgm:pt modelId="{1CFE1B18-D7E5-4320-8E54-244113103E88}" type="sibTrans" cxnId="{155142D3-10A7-4D5A-89C7-DE2F9AAE0220}">
      <dgm:prSet/>
      <dgm:spPr/>
      <dgm:t>
        <a:bodyPr/>
        <a:lstStyle/>
        <a:p>
          <a:endParaRPr lang="en-US"/>
        </a:p>
      </dgm:t>
    </dgm:pt>
    <dgm:pt modelId="{001ECB14-57B6-479E-87DA-68ABEC710137}">
      <dgm:prSet phldrT="[Text]"/>
      <dgm:spPr/>
      <dgm:t>
        <a:bodyPr anchor="b"/>
        <a:lstStyle/>
        <a:p>
          <a:r>
            <a:rPr lang="en-US" dirty="0">
              <a:solidFill>
                <a:schemeClr val="tx1"/>
              </a:solidFill>
            </a:rPr>
            <a:t>Hearing</a:t>
          </a:r>
        </a:p>
      </dgm:t>
    </dgm:pt>
    <dgm:pt modelId="{9E4B0DAB-9A6E-4918-9A2F-266F867D60FD}" type="parTrans" cxnId="{A23F58AD-0ACF-46ED-9989-0E66D37960E5}">
      <dgm:prSet/>
      <dgm:spPr/>
      <dgm:t>
        <a:bodyPr/>
        <a:lstStyle/>
        <a:p>
          <a:endParaRPr lang="en-US"/>
        </a:p>
      </dgm:t>
    </dgm:pt>
    <dgm:pt modelId="{18EFF503-3D8A-4F1C-834C-B49F3DFFA514}" type="sibTrans" cxnId="{A23F58AD-0ACF-46ED-9989-0E66D37960E5}">
      <dgm:prSet/>
      <dgm:spPr/>
      <dgm:t>
        <a:bodyPr/>
        <a:lstStyle/>
        <a:p>
          <a:endParaRPr lang="en-US"/>
        </a:p>
      </dgm:t>
    </dgm:pt>
    <dgm:pt modelId="{17EE2E5D-8BA5-4F5A-9E1E-6092508EF88F}">
      <dgm:prSet phldrT="[Text]"/>
      <dgm:spPr/>
      <dgm:t>
        <a:bodyPr anchor="b"/>
        <a:lstStyle/>
        <a:p>
          <a:r>
            <a:rPr lang="en-US" dirty="0">
              <a:solidFill>
                <a:schemeClr val="tx1"/>
              </a:solidFill>
            </a:rPr>
            <a:t>Touch</a:t>
          </a:r>
        </a:p>
      </dgm:t>
    </dgm:pt>
    <dgm:pt modelId="{96FB1252-040A-4BDA-9492-AFE61BEA67A5}" type="parTrans" cxnId="{1D6B9BF9-6FA6-4460-A5A2-7EF06CC13CDC}">
      <dgm:prSet/>
      <dgm:spPr/>
      <dgm:t>
        <a:bodyPr/>
        <a:lstStyle/>
        <a:p>
          <a:endParaRPr lang="en-US"/>
        </a:p>
      </dgm:t>
    </dgm:pt>
    <dgm:pt modelId="{FE442821-B451-49A6-A489-F3FA6EE234D0}" type="sibTrans" cxnId="{1D6B9BF9-6FA6-4460-A5A2-7EF06CC13CDC}">
      <dgm:prSet/>
      <dgm:spPr/>
      <dgm:t>
        <a:bodyPr/>
        <a:lstStyle/>
        <a:p>
          <a:endParaRPr lang="en-US"/>
        </a:p>
      </dgm:t>
    </dgm:pt>
    <dgm:pt modelId="{271F7623-709F-4B6D-853D-92C80EEDB4CF}">
      <dgm:prSet phldrT="[Text]"/>
      <dgm:spPr/>
      <dgm:t>
        <a:bodyPr/>
        <a:lstStyle/>
        <a:p>
          <a:r>
            <a:rPr lang="en-US"/>
            <a:t> </a:t>
          </a:r>
          <a:endParaRPr lang="en-US" dirty="0"/>
        </a:p>
      </dgm:t>
    </dgm:pt>
    <dgm:pt modelId="{49FB5806-93D6-4246-B65E-91F64C6E1C7A}" type="sibTrans" cxnId="{E3E39AC4-0A2D-47A4-971C-0E93E1A59BFD}">
      <dgm:prSet/>
      <dgm:spPr/>
      <dgm:t>
        <a:bodyPr/>
        <a:lstStyle/>
        <a:p>
          <a:endParaRPr lang="en-US"/>
        </a:p>
      </dgm:t>
    </dgm:pt>
    <dgm:pt modelId="{3824A422-F2F3-4AE7-939C-18AFE8FD80F7}" type="parTrans" cxnId="{E3E39AC4-0A2D-47A4-971C-0E93E1A59BFD}">
      <dgm:prSet/>
      <dgm:spPr/>
      <dgm:t>
        <a:bodyPr/>
        <a:lstStyle/>
        <a:p>
          <a:endParaRPr lang="en-US"/>
        </a:p>
      </dgm:t>
    </dgm:pt>
    <dgm:pt modelId="{D90FD10D-FA6F-4C43-B505-1D719753029E}" type="pres">
      <dgm:prSet presAssocID="{E4F1397F-2CA7-4E1A-BD3A-17F6241C9518}" presName="Name0" presStyleCnt="0">
        <dgm:presLayoutVars>
          <dgm:chMax val="1"/>
          <dgm:dir/>
          <dgm:animLvl val="ctr"/>
          <dgm:resizeHandles val="exact"/>
        </dgm:presLayoutVars>
      </dgm:prSet>
      <dgm:spPr/>
    </dgm:pt>
    <dgm:pt modelId="{0B936777-C385-4146-8D49-7CA550019549}" type="pres">
      <dgm:prSet presAssocID="{271F7623-709F-4B6D-853D-92C80EEDB4CF}" presName="centerShape" presStyleLbl="node0" presStyleIdx="0" presStyleCnt="1"/>
      <dgm:spPr/>
    </dgm:pt>
    <dgm:pt modelId="{AD0651C6-9630-4761-941D-63EE81599994}" type="pres">
      <dgm:prSet presAssocID="{9DF8D5DE-0DD9-4D9E-8237-5287AF2849B2}" presName="node" presStyleLbl="node1" presStyleIdx="0" presStyleCnt="5">
        <dgm:presLayoutVars>
          <dgm:bulletEnabled val="1"/>
        </dgm:presLayoutVars>
      </dgm:prSet>
      <dgm:spPr/>
    </dgm:pt>
    <dgm:pt modelId="{0669AEFA-B5E9-4F60-B789-5FC15A59F4EF}" type="pres">
      <dgm:prSet presAssocID="{9DF8D5DE-0DD9-4D9E-8237-5287AF2849B2}" presName="dummy" presStyleCnt="0"/>
      <dgm:spPr/>
    </dgm:pt>
    <dgm:pt modelId="{2B93BE79-690B-409B-823E-04F485A777BC}" type="pres">
      <dgm:prSet presAssocID="{4F20E43F-2E42-40AC-AA69-C092EC6EE9B9}" presName="sibTrans" presStyleLbl="sibTrans2D1" presStyleIdx="0" presStyleCnt="5"/>
      <dgm:spPr/>
    </dgm:pt>
    <dgm:pt modelId="{54DA06B7-E441-4DB0-8A5D-ACD877AE5282}" type="pres">
      <dgm:prSet presAssocID="{FC1FC7E8-1139-480C-BA4B-FEE11A7ADE3A}" presName="node" presStyleLbl="node1" presStyleIdx="1" presStyleCnt="5">
        <dgm:presLayoutVars>
          <dgm:bulletEnabled val="1"/>
        </dgm:presLayoutVars>
      </dgm:prSet>
      <dgm:spPr/>
    </dgm:pt>
    <dgm:pt modelId="{CDB63318-CB6F-484A-A463-BC81AF1FD5F4}" type="pres">
      <dgm:prSet presAssocID="{FC1FC7E8-1139-480C-BA4B-FEE11A7ADE3A}" presName="dummy" presStyleCnt="0"/>
      <dgm:spPr/>
    </dgm:pt>
    <dgm:pt modelId="{4F59A27B-6F55-441B-A8A6-D2C7936DFD65}" type="pres">
      <dgm:prSet presAssocID="{441E9183-9191-49BB-9D71-76751C53BC0C}" presName="sibTrans" presStyleLbl="sibTrans2D1" presStyleIdx="1" presStyleCnt="5"/>
      <dgm:spPr/>
    </dgm:pt>
    <dgm:pt modelId="{BC955F6E-0537-4AEA-A243-7696E0229F9A}" type="pres">
      <dgm:prSet presAssocID="{D1E74733-1E08-4995-93E7-B4DCBE835789}" presName="node" presStyleLbl="node1" presStyleIdx="2" presStyleCnt="5">
        <dgm:presLayoutVars>
          <dgm:bulletEnabled val="1"/>
        </dgm:presLayoutVars>
      </dgm:prSet>
      <dgm:spPr/>
    </dgm:pt>
    <dgm:pt modelId="{A0927FB4-2C74-41A2-86D0-4E17F2EF7D7C}" type="pres">
      <dgm:prSet presAssocID="{D1E74733-1E08-4995-93E7-B4DCBE835789}" presName="dummy" presStyleCnt="0"/>
      <dgm:spPr/>
    </dgm:pt>
    <dgm:pt modelId="{EFBA35FB-7B58-4462-82EF-FA78F66F332B}" type="pres">
      <dgm:prSet presAssocID="{1CFE1B18-D7E5-4320-8E54-244113103E88}" presName="sibTrans" presStyleLbl="sibTrans2D1" presStyleIdx="2" presStyleCnt="5"/>
      <dgm:spPr/>
    </dgm:pt>
    <dgm:pt modelId="{6FAEC3CF-05F6-434A-934B-212D35041A62}" type="pres">
      <dgm:prSet presAssocID="{001ECB14-57B6-479E-87DA-68ABEC710137}" presName="node" presStyleLbl="node1" presStyleIdx="3" presStyleCnt="5">
        <dgm:presLayoutVars>
          <dgm:bulletEnabled val="1"/>
        </dgm:presLayoutVars>
      </dgm:prSet>
      <dgm:spPr/>
    </dgm:pt>
    <dgm:pt modelId="{7330165A-2761-412C-BD33-704921AB1770}" type="pres">
      <dgm:prSet presAssocID="{001ECB14-57B6-479E-87DA-68ABEC710137}" presName="dummy" presStyleCnt="0"/>
      <dgm:spPr/>
    </dgm:pt>
    <dgm:pt modelId="{39FE5029-2C1D-48E0-AFA6-0AE6535119FA}" type="pres">
      <dgm:prSet presAssocID="{18EFF503-3D8A-4F1C-834C-B49F3DFFA514}" presName="sibTrans" presStyleLbl="sibTrans2D1" presStyleIdx="3" presStyleCnt="5"/>
      <dgm:spPr/>
    </dgm:pt>
    <dgm:pt modelId="{FC3B5CAD-C5B4-4745-A66A-A05F9956EC82}" type="pres">
      <dgm:prSet presAssocID="{17EE2E5D-8BA5-4F5A-9E1E-6092508EF88F}" presName="node" presStyleLbl="node1" presStyleIdx="4" presStyleCnt="5">
        <dgm:presLayoutVars>
          <dgm:bulletEnabled val="1"/>
        </dgm:presLayoutVars>
      </dgm:prSet>
      <dgm:spPr/>
    </dgm:pt>
    <dgm:pt modelId="{56B45688-3B15-4447-8199-8C15B1F03C72}" type="pres">
      <dgm:prSet presAssocID="{17EE2E5D-8BA5-4F5A-9E1E-6092508EF88F}" presName="dummy" presStyleCnt="0"/>
      <dgm:spPr/>
    </dgm:pt>
    <dgm:pt modelId="{9000712E-8D18-40F3-832E-2B1C3CD5C9D6}" type="pres">
      <dgm:prSet presAssocID="{FE442821-B451-49A6-A489-F3FA6EE234D0}" presName="sibTrans" presStyleLbl="sibTrans2D1" presStyleIdx="4" presStyleCnt="5"/>
      <dgm:spPr/>
    </dgm:pt>
  </dgm:ptLst>
  <dgm:cxnLst>
    <dgm:cxn modelId="{B4FB7708-BC9B-4CF9-83F7-B2C1C3090500}" srcId="{271F7623-709F-4B6D-853D-92C80EEDB4CF}" destId="{FC1FC7E8-1139-480C-BA4B-FEE11A7ADE3A}" srcOrd="1" destOrd="0" parTransId="{E8A69F3B-9A23-4CD2-B325-17403D0DB75D}" sibTransId="{441E9183-9191-49BB-9D71-76751C53BC0C}"/>
    <dgm:cxn modelId="{87E9445E-F9DC-4782-93C9-B607760401EF}" type="presOf" srcId="{E4F1397F-2CA7-4E1A-BD3A-17F6241C9518}" destId="{D90FD10D-FA6F-4C43-B505-1D719753029E}" srcOrd="0" destOrd="0" presId="urn:microsoft.com/office/officeart/2005/8/layout/radial6"/>
    <dgm:cxn modelId="{F17C9741-410D-46B7-A928-07076FDCB184}" type="presOf" srcId="{9DF8D5DE-0DD9-4D9E-8237-5287AF2849B2}" destId="{AD0651C6-9630-4761-941D-63EE81599994}" srcOrd="0" destOrd="0" presId="urn:microsoft.com/office/officeart/2005/8/layout/radial6"/>
    <dgm:cxn modelId="{0CC64459-E549-4B2D-9DDF-154F5879826A}" type="presOf" srcId="{441E9183-9191-49BB-9D71-76751C53BC0C}" destId="{4F59A27B-6F55-441B-A8A6-D2C7936DFD65}" srcOrd="0" destOrd="0" presId="urn:microsoft.com/office/officeart/2005/8/layout/radial6"/>
    <dgm:cxn modelId="{9F3E4D94-DA66-40AD-B81B-DFF128D23643}" type="presOf" srcId="{001ECB14-57B6-479E-87DA-68ABEC710137}" destId="{6FAEC3CF-05F6-434A-934B-212D35041A62}" srcOrd="0" destOrd="0" presId="urn:microsoft.com/office/officeart/2005/8/layout/radial6"/>
    <dgm:cxn modelId="{A23F58AD-0ACF-46ED-9989-0E66D37960E5}" srcId="{271F7623-709F-4B6D-853D-92C80EEDB4CF}" destId="{001ECB14-57B6-479E-87DA-68ABEC710137}" srcOrd="3" destOrd="0" parTransId="{9E4B0DAB-9A6E-4918-9A2F-266F867D60FD}" sibTransId="{18EFF503-3D8A-4F1C-834C-B49F3DFFA514}"/>
    <dgm:cxn modelId="{A7E85CBA-2630-45C9-86A1-F41AABDAEAA7}" type="presOf" srcId="{18EFF503-3D8A-4F1C-834C-B49F3DFFA514}" destId="{39FE5029-2C1D-48E0-AFA6-0AE6535119FA}" srcOrd="0" destOrd="0" presId="urn:microsoft.com/office/officeart/2005/8/layout/radial6"/>
    <dgm:cxn modelId="{87DD8DBD-FD1E-4FB0-8FE1-93B3841180B5}" type="presOf" srcId="{FE442821-B451-49A6-A489-F3FA6EE234D0}" destId="{9000712E-8D18-40F3-832E-2B1C3CD5C9D6}" srcOrd="0" destOrd="0" presId="urn:microsoft.com/office/officeart/2005/8/layout/radial6"/>
    <dgm:cxn modelId="{E3E39AC4-0A2D-47A4-971C-0E93E1A59BFD}" srcId="{E4F1397F-2CA7-4E1A-BD3A-17F6241C9518}" destId="{271F7623-709F-4B6D-853D-92C80EEDB4CF}" srcOrd="0" destOrd="0" parTransId="{3824A422-F2F3-4AE7-939C-18AFE8FD80F7}" sibTransId="{49FB5806-93D6-4246-B65E-91F64C6E1C7A}"/>
    <dgm:cxn modelId="{FB8D90C8-4B9E-422A-B183-32B4039F7245}" srcId="{271F7623-709F-4B6D-853D-92C80EEDB4CF}" destId="{9DF8D5DE-0DD9-4D9E-8237-5287AF2849B2}" srcOrd="0" destOrd="0" parTransId="{F1701D9D-5F8F-4CC9-B78D-BA1F0A018BD6}" sibTransId="{4F20E43F-2E42-40AC-AA69-C092EC6EE9B9}"/>
    <dgm:cxn modelId="{41AD89CA-C9C1-4CB4-888F-83253D6BBA4E}" type="presOf" srcId="{4F20E43F-2E42-40AC-AA69-C092EC6EE9B9}" destId="{2B93BE79-690B-409B-823E-04F485A777BC}" srcOrd="0" destOrd="0" presId="urn:microsoft.com/office/officeart/2005/8/layout/radial6"/>
    <dgm:cxn modelId="{44D080D2-BB55-4101-B4CB-0EE63838EA94}" type="presOf" srcId="{FC1FC7E8-1139-480C-BA4B-FEE11A7ADE3A}" destId="{54DA06B7-E441-4DB0-8A5D-ACD877AE5282}" srcOrd="0" destOrd="0" presId="urn:microsoft.com/office/officeart/2005/8/layout/radial6"/>
    <dgm:cxn modelId="{155142D3-10A7-4D5A-89C7-DE2F9AAE0220}" srcId="{271F7623-709F-4B6D-853D-92C80EEDB4CF}" destId="{D1E74733-1E08-4995-93E7-B4DCBE835789}" srcOrd="2" destOrd="0" parTransId="{256993B1-EE3C-4923-AC61-E789C4C79D61}" sibTransId="{1CFE1B18-D7E5-4320-8E54-244113103E88}"/>
    <dgm:cxn modelId="{8FF2A1D7-7213-44A2-A10F-18C8754A2C46}" type="presOf" srcId="{D1E74733-1E08-4995-93E7-B4DCBE835789}" destId="{BC955F6E-0537-4AEA-A243-7696E0229F9A}" srcOrd="0" destOrd="0" presId="urn:microsoft.com/office/officeart/2005/8/layout/radial6"/>
    <dgm:cxn modelId="{8C4FC2DA-A6D4-49B6-88E0-4D5BD6C2B69F}" type="presOf" srcId="{17EE2E5D-8BA5-4F5A-9E1E-6092508EF88F}" destId="{FC3B5CAD-C5B4-4745-A66A-A05F9956EC82}" srcOrd="0" destOrd="0" presId="urn:microsoft.com/office/officeart/2005/8/layout/radial6"/>
    <dgm:cxn modelId="{C826ECED-7052-47C9-967A-98D3DD1B8B6A}" type="presOf" srcId="{271F7623-709F-4B6D-853D-92C80EEDB4CF}" destId="{0B936777-C385-4146-8D49-7CA550019549}" srcOrd="0" destOrd="0" presId="urn:microsoft.com/office/officeart/2005/8/layout/radial6"/>
    <dgm:cxn modelId="{1D6B9BF9-6FA6-4460-A5A2-7EF06CC13CDC}" srcId="{271F7623-709F-4B6D-853D-92C80EEDB4CF}" destId="{17EE2E5D-8BA5-4F5A-9E1E-6092508EF88F}" srcOrd="4" destOrd="0" parTransId="{96FB1252-040A-4BDA-9492-AFE61BEA67A5}" sibTransId="{FE442821-B451-49A6-A489-F3FA6EE234D0}"/>
    <dgm:cxn modelId="{58F84DFE-2E0C-46D4-95B3-19518D34BAE3}" type="presOf" srcId="{1CFE1B18-D7E5-4320-8E54-244113103E88}" destId="{EFBA35FB-7B58-4462-82EF-FA78F66F332B}" srcOrd="0" destOrd="0" presId="urn:microsoft.com/office/officeart/2005/8/layout/radial6"/>
    <dgm:cxn modelId="{24DA2979-0EEA-4991-9CE2-CB9B388E61D9}" type="presParOf" srcId="{D90FD10D-FA6F-4C43-B505-1D719753029E}" destId="{0B936777-C385-4146-8D49-7CA550019549}" srcOrd="0" destOrd="0" presId="urn:microsoft.com/office/officeart/2005/8/layout/radial6"/>
    <dgm:cxn modelId="{29D0E3E9-98D4-4DD5-B69F-96661599F460}" type="presParOf" srcId="{D90FD10D-FA6F-4C43-B505-1D719753029E}" destId="{AD0651C6-9630-4761-941D-63EE81599994}" srcOrd="1" destOrd="0" presId="urn:microsoft.com/office/officeart/2005/8/layout/radial6"/>
    <dgm:cxn modelId="{EF1F13D6-CAC7-4EC0-8E87-516F538A40D9}" type="presParOf" srcId="{D90FD10D-FA6F-4C43-B505-1D719753029E}" destId="{0669AEFA-B5E9-4F60-B789-5FC15A59F4EF}" srcOrd="2" destOrd="0" presId="urn:microsoft.com/office/officeart/2005/8/layout/radial6"/>
    <dgm:cxn modelId="{CF853002-22BB-4943-844E-F19C1DFB137C}" type="presParOf" srcId="{D90FD10D-FA6F-4C43-B505-1D719753029E}" destId="{2B93BE79-690B-409B-823E-04F485A777BC}" srcOrd="3" destOrd="0" presId="urn:microsoft.com/office/officeart/2005/8/layout/radial6"/>
    <dgm:cxn modelId="{1C4BBBDA-9C2C-4E7D-8A3C-4FF744BF4829}" type="presParOf" srcId="{D90FD10D-FA6F-4C43-B505-1D719753029E}" destId="{54DA06B7-E441-4DB0-8A5D-ACD877AE5282}" srcOrd="4" destOrd="0" presId="urn:microsoft.com/office/officeart/2005/8/layout/radial6"/>
    <dgm:cxn modelId="{7399FFB0-8ACD-4945-934C-AD3144AEE5FE}" type="presParOf" srcId="{D90FD10D-FA6F-4C43-B505-1D719753029E}" destId="{CDB63318-CB6F-484A-A463-BC81AF1FD5F4}" srcOrd="5" destOrd="0" presId="urn:microsoft.com/office/officeart/2005/8/layout/radial6"/>
    <dgm:cxn modelId="{92EE52AD-BEBF-45F0-9801-1B64B56D6A76}" type="presParOf" srcId="{D90FD10D-FA6F-4C43-B505-1D719753029E}" destId="{4F59A27B-6F55-441B-A8A6-D2C7936DFD65}" srcOrd="6" destOrd="0" presId="urn:microsoft.com/office/officeart/2005/8/layout/radial6"/>
    <dgm:cxn modelId="{8FEF554E-7721-4EEE-ACAA-599CAD25E957}" type="presParOf" srcId="{D90FD10D-FA6F-4C43-B505-1D719753029E}" destId="{BC955F6E-0537-4AEA-A243-7696E0229F9A}" srcOrd="7" destOrd="0" presId="urn:microsoft.com/office/officeart/2005/8/layout/radial6"/>
    <dgm:cxn modelId="{18D75FC9-3E3B-4EC8-807E-2513648C4E80}" type="presParOf" srcId="{D90FD10D-FA6F-4C43-B505-1D719753029E}" destId="{A0927FB4-2C74-41A2-86D0-4E17F2EF7D7C}" srcOrd="8" destOrd="0" presId="urn:microsoft.com/office/officeart/2005/8/layout/radial6"/>
    <dgm:cxn modelId="{01064E38-091C-4D81-BF6A-77C1954E330F}" type="presParOf" srcId="{D90FD10D-FA6F-4C43-B505-1D719753029E}" destId="{EFBA35FB-7B58-4462-82EF-FA78F66F332B}" srcOrd="9" destOrd="0" presId="urn:microsoft.com/office/officeart/2005/8/layout/radial6"/>
    <dgm:cxn modelId="{C09377B3-24C9-409E-B27B-966EFE509181}" type="presParOf" srcId="{D90FD10D-FA6F-4C43-B505-1D719753029E}" destId="{6FAEC3CF-05F6-434A-934B-212D35041A62}" srcOrd="10" destOrd="0" presId="urn:microsoft.com/office/officeart/2005/8/layout/radial6"/>
    <dgm:cxn modelId="{AD3839F2-9886-4C58-832A-A9039F6ED4B5}" type="presParOf" srcId="{D90FD10D-FA6F-4C43-B505-1D719753029E}" destId="{7330165A-2761-412C-BD33-704921AB1770}" srcOrd="11" destOrd="0" presId="urn:microsoft.com/office/officeart/2005/8/layout/radial6"/>
    <dgm:cxn modelId="{CC41B732-8073-4017-8EA7-7172880CE462}" type="presParOf" srcId="{D90FD10D-FA6F-4C43-B505-1D719753029E}" destId="{39FE5029-2C1D-48E0-AFA6-0AE6535119FA}" srcOrd="12" destOrd="0" presId="urn:microsoft.com/office/officeart/2005/8/layout/radial6"/>
    <dgm:cxn modelId="{B42E9FB0-EBE6-4AE1-9E7E-08B3C43C7BFB}" type="presParOf" srcId="{D90FD10D-FA6F-4C43-B505-1D719753029E}" destId="{FC3B5CAD-C5B4-4745-A66A-A05F9956EC82}" srcOrd="13" destOrd="0" presId="urn:microsoft.com/office/officeart/2005/8/layout/radial6"/>
    <dgm:cxn modelId="{6031195B-34C8-4874-B9D4-8A1282ED3581}" type="presParOf" srcId="{D90FD10D-FA6F-4C43-B505-1D719753029E}" destId="{56B45688-3B15-4447-8199-8C15B1F03C72}" srcOrd="14" destOrd="0" presId="urn:microsoft.com/office/officeart/2005/8/layout/radial6"/>
    <dgm:cxn modelId="{F109A066-E30C-4A99-BFA3-74BDB9234EC3}" type="presParOf" srcId="{D90FD10D-FA6F-4C43-B505-1D719753029E}" destId="{9000712E-8D18-40F3-832E-2B1C3CD5C9D6}" srcOrd="15"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4F1397F-2CA7-4E1A-BD3A-17F6241C9518}" type="doc">
      <dgm:prSet loTypeId="urn:microsoft.com/office/officeart/2005/8/layout/radial6" loCatId="relationship" qsTypeId="urn:microsoft.com/office/officeart/2005/8/quickstyle/simple1" qsCatId="simple" csTypeId="urn:microsoft.com/office/officeart/2005/8/colors/accent0_3" csCatId="mainScheme" phldr="1"/>
      <dgm:spPr/>
      <dgm:t>
        <a:bodyPr/>
        <a:lstStyle/>
        <a:p>
          <a:endParaRPr lang="en-US"/>
        </a:p>
      </dgm:t>
    </dgm:pt>
    <dgm:pt modelId="{9DF8D5DE-0DD9-4D9E-8237-5287AF2849B2}">
      <dgm:prSet phldrT="[Text]"/>
      <dgm:spPr/>
      <dgm:t>
        <a:bodyPr anchor="b"/>
        <a:lstStyle/>
        <a:p>
          <a:endParaRPr lang="en-US" dirty="0">
            <a:solidFill>
              <a:schemeClr val="tx1"/>
            </a:solidFill>
          </a:endParaRPr>
        </a:p>
      </dgm:t>
    </dgm:pt>
    <dgm:pt modelId="{F1701D9D-5F8F-4CC9-B78D-BA1F0A018BD6}" type="parTrans" cxnId="{FB8D90C8-4B9E-422A-B183-32B4039F7245}">
      <dgm:prSet/>
      <dgm:spPr/>
      <dgm:t>
        <a:bodyPr/>
        <a:lstStyle/>
        <a:p>
          <a:endParaRPr lang="en-US"/>
        </a:p>
      </dgm:t>
    </dgm:pt>
    <dgm:pt modelId="{4F20E43F-2E42-40AC-AA69-C092EC6EE9B9}" type="sibTrans" cxnId="{FB8D90C8-4B9E-422A-B183-32B4039F7245}">
      <dgm:prSet/>
      <dgm:spPr/>
      <dgm:t>
        <a:bodyPr/>
        <a:lstStyle/>
        <a:p>
          <a:endParaRPr lang="en-US"/>
        </a:p>
      </dgm:t>
    </dgm:pt>
    <dgm:pt modelId="{FC1FC7E8-1139-480C-BA4B-FEE11A7ADE3A}">
      <dgm:prSet phldrT="[Text]"/>
      <dgm:spPr/>
      <dgm:t>
        <a:bodyPr anchor="b"/>
        <a:lstStyle/>
        <a:p>
          <a:endParaRPr lang="en-US" dirty="0">
            <a:solidFill>
              <a:schemeClr val="tx1"/>
            </a:solidFill>
          </a:endParaRPr>
        </a:p>
      </dgm:t>
    </dgm:pt>
    <dgm:pt modelId="{E8A69F3B-9A23-4CD2-B325-17403D0DB75D}" type="parTrans" cxnId="{B4FB7708-BC9B-4CF9-83F7-B2C1C3090500}">
      <dgm:prSet/>
      <dgm:spPr/>
      <dgm:t>
        <a:bodyPr/>
        <a:lstStyle/>
        <a:p>
          <a:endParaRPr lang="en-US"/>
        </a:p>
      </dgm:t>
    </dgm:pt>
    <dgm:pt modelId="{441E9183-9191-49BB-9D71-76751C53BC0C}" type="sibTrans" cxnId="{B4FB7708-BC9B-4CF9-83F7-B2C1C3090500}">
      <dgm:prSet/>
      <dgm:spPr/>
      <dgm:t>
        <a:bodyPr/>
        <a:lstStyle/>
        <a:p>
          <a:endParaRPr lang="en-US"/>
        </a:p>
      </dgm:t>
    </dgm:pt>
    <dgm:pt modelId="{D1E74733-1E08-4995-93E7-B4DCBE835789}">
      <dgm:prSet phldrT="[Text]"/>
      <dgm:spPr/>
      <dgm:t>
        <a:bodyPr anchor="b"/>
        <a:lstStyle/>
        <a:p>
          <a:endParaRPr lang="en-US" dirty="0">
            <a:solidFill>
              <a:schemeClr val="tx1"/>
            </a:solidFill>
          </a:endParaRPr>
        </a:p>
      </dgm:t>
    </dgm:pt>
    <dgm:pt modelId="{256993B1-EE3C-4923-AC61-E789C4C79D61}" type="parTrans" cxnId="{155142D3-10A7-4D5A-89C7-DE2F9AAE0220}">
      <dgm:prSet/>
      <dgm:spPr/>
      <dgm:t>
        <a:bodyPr/>
        <a:lstStyle/>
        <a:p>
          <a:endParaRPr lang="en-US"/>
        </a:p>
      </dgm:t>
    </dgm:pt>
    <dgm:pt modelId="{1CFE1B18-D7E5-4320-8E54-244113103E88}" type="sibTrans" cxnId="{155142D3-10A7-4D5A-89C7-DE2F9AAE0220}">
      <dgm:prSet/>
      <dgm:spPr/>
      <dgm:t>
        <a:bodyPr/>
        <a:lstStyle/>
        <a:p>
          <a:endParaRPr lang="en-US"/>
        </a:p>
      </dgm:t>
    </dgm:pt>
    <dgm:pt modelId="{001ECB14-57B6-479E-87DA-68ABEC710137}">
      <dgm:prSet phldrT="[Text]"/>
      <dgm:spPr/>
      <dgm:t>
        <a:bodyPr anchor="b"/>
        <a:lstStyle/>
        <a:p>
          <a:endParaRPr lang="en-US" dirty="0">
            <a:solidFill>
              <a:schemeClr val="tx1"/>
            </a:solidFill>
          </a:endParaRPr>
        </a:p>
      </dgm:t>
    </dgm:pt>
    <dgm:pt modelId="{9E4B0DAB-9A6E-4918-9A2F-266F867D60FD}" type="parTrans" cxnId="{A23F58AD-0ACF-46ED-9989-0E66D37960E5}">
      <dgm:prSet/>
      <dgm:spPr/>
      <dgm:t>
        <a:bodyPr/>
        <a:lstStyle/>
        <a:p>
          <a:endParaRPr lang="en-US"/>
        </a:p>
      </dgm:t>
    </dgm:pt>
    <dgm:pt modelId="{18EFF503-3D8A-4F1C-834C-B49F3DFFA514}" type="sibTrans" cxnId="{A23F58AD-0ACF-46ED-9989-0E66D37960E5}">
      <dgm:prSet/>
      <dgm:spPr/>
      <dgm:t>
        <a:bodyPr/>
        <a:lstStyle/>
        <a:p>
          <a:endParaRPr lang="en-US"/>
        </a:p>
      </dgm:t>
    </dgm:pt>
    <dgm:pt modelId="{17EE2E5D-8BA5-4F5A-9E1E-6092508EF88F}">
      <dgm:prSet phldrT="[Text]"/>
      <dgm:spPr/>
      <dgm:t>
        <a:bodyPr anchor="b"/>
        <a:lstStyle/>
        <a:p>
          <a:endParaRPr lang="en-US" dirty="0">
            <a:solidFill>
              <a:schemeClr val="tx1"/>
            </a:solidFill>
          </a:endParaRPr>
        </a:p>
      </dgm:t>
    </dgm:pt>
    <dgm:pt modelId="{96FB1252-040A-4BDA-9492-AFE61BEA67A5}" type="parTrans" cxnId="{1D6B9BF9-6FA6-4460-A5A2-7EF06CC13CDC}">
      <dgm:prSet/>
      <dgm:spPr/>
      <dgm:t>
        <a:bodyPr/>
        <a:lstStyle/>
        <a:p>
          <a:endParaRPr lang="en-US"/>
        </a:p>
      </dgm:t>
    </dgm:pt>
    <dgm:pt modelId="{FE442821-B451-49A6-A489-F3FA6EE234D0}" type="sibTrans" cxnId="{1D6B9BF9-6FA6-4460-A5A2-7EF06CC13CDC}">
      <dgm:prSet/>
      <dgm:spPr/>
      <dgm:t>
        <a:bodyPr/>
        <a:lstStyle/>
        <a:p>
          <a:endParaRPr lang="en-US"/>
        </a:p>
      </dgm:t>
    </dgm:pt>
    <dgm:pt modelId="{271F7623-709F-4B6D-853D-92C80EEDB4CF}">
      <dgm:prSet phldrT="[Text]"/>
      <dgm:spPr/>
      <dgm:t>
        <a:bodyPr/>
        <a:lstStyle/>
        <a:p>
          <a:r>
            <a:rPr lang="en-US"/>
            <a:t> </a:t>
          </a:r>
          <a:endParaRPr lang="en-US" dirty="0"/>
        </a:p>
      </dgm:t>
    </dgm:pt>
    <dgm:pt modelId="{49FB5806-93D6-4246-B65E-91F64C6E1C7A}" type="sibTrans" cxnId="{E3E39AC4-0A2D-47A4-971C-0E93E1A59BFD}">
      <dgm:prSet/>
      <dgm:spPr/>
      <dgm:t>
        <a:bodyPr/>
        <a:lstStyle/>
        <a:p>
          <a:endParaRPr lang="en-US"/>
        </a:p>
      </dgm:t>
    </dgm:pt>
    <dgm:pt modelId="{3824A422-F2F3-4AE7-939C-18AFE8FD80F7}" type="parTrans" cxnId="{E3E39AC4-0A2D-47A4-971C-0E93E1A59BFD}">
      <dgm:prSet/>
      <dgm:spPr/>
      <dgm:t>
        <a:bodyPr/>
        <a:lstStyle/>
        <a:p>
          <a:endParaRPr lang="en-US"/>
        </a:p>
      </dgm:t>
    </dgm:pt>
    <dgm:pt modelId="{D90FD10D-FA6F-4C43-B505-1D719753029E}" type="pres">
      <dgm:prSet presAssocID="{E4F1397F-2CA7-4E1A-BD3A-17F6241C9518}" presName="Name0" presStyleCnt="0">
        <dgm:presLayoutVars>
          <dgm:chMax val="1"/>
          <dgm:dir/>
          <dgm:animLvl val="ctr"/>
          <dgm:resizeHandles val="exact"/>
        </dgm:presLayoutVars>
      </dgm:prSet>
      <dgm:spPr/>
    </dgm:pt>
    <dgm:pt modelId="{0B936777-C385-4146-8D49-7CA550019549}" type="pres">
      <dgm:prSet presAssocID="{271F7623-709F-4B6D-853D-92C80EEDB4CF}" presName="centerShape" presStyleLbl="node0" presStyleIdx="0" presStyleCnt="1"/>
      <dgm:spPr/>
    </dgm:pt>
    <dgm:pt modelId="{AD0651C6-9630-4761-941D-63EE81599994}" type="pres">
      <dgm:prSet presAssocID="{9DF8D5DE-0DD9-4D9E-8237-5287AF2849B2}" presName="node" presStyleLbl="node1" presStyleIdx="0" presStyleCnt="5">
        <dgm:presLayoutVars>
          <dgm:bulletEnabled val="1"/>
        </dgm:presLayoutVars>
      </dgm:prSet>
      <dgm:spPr/>
    </dgm:pt>
    <dgm:pt modelId="{0669AEFA-B5E9-4F60-B789-5FC15A59F4EF}" type="pres">
      <dgm:prSet presAssocID="{9DF8D5DE-0DD9-4D9E-8237-5287AF2849B2}" presName="dummy" presStyleCnt="0"/>
      <dgm:spPr/>
    </dgm:pt>
    <dgm:pt modelId="{2B93BE79-690B-409B-823E-04F485A777BC}" type="pres">
      <dgm:prSet presAssocID="{4F20E43F-2E42-40AC-AA69-C092EC6EE9B9}" presName="sibTrans" presStyleLbl="sibTrans2D1" presStyleIdx="0" presStyleCnt="5"/>
      <dgm:spPr/>
    </dgm:pt>
    <dgm:pt modelId="{54DA06B7-E441-4DB0-8A5D-ACD877AE5282}" type="pres">
      <dgm:prSet presAssocID="{FC1FC7E8-1139-480C-BA4B-FEE11A7ADE3A}" presName="node" presStyleLbl="node1" presStyleIdx="1" presStyleCnt="5">
        <dgm:presLayoutVars>
          <dgm:bulletEnabled val="1"/>
        </dgm:presLayoutVars>
      </dgm:prSet>
      <dgm:spPr/>
    </dgm:pt>
    <dgm:pt modelId="{CDB63318-CB6F-484A-A463-BC81AF1FD5F4}" type="pres">
      <dgm:prSet presAssocID="{FC1FC7E8-1139-480C-BA4B-FEE11A7ADE3A}" presName="dummy" presStyleCnt="0"/>
      <dgm:spPr/>
    </dgm:pt>
    <dgm:pt modelId="{4F59A27B-6F55-441B-A8A6-D2C7936DFD65}" type="pres">
      <dgm:prSet presAssocID="{441E9183-9191-49BB-9D71-76751C53BC0C}" presName="sibTrans" presStyleLbl="sibTrans2D1" presStyleIdx="1" presStyleCnt="5"/>
      <dgm:spPr/>
    </dgm:pt>
    <dgm:pt modelId="{BC955F6E-0537-4AEA-A243-7696E0229F9A}" type="pres">
      <dgm:prSet presAssocID="{D1E74733-1E08-4995-93E7-B4DCBE835789}" presName="node" presStyleLbl="node1" presStyleIdx="2" presStyleCnt="5">
        <dgm:presLayoutVars>
          <dgm:bulletEnabled val="1"/>
        </dgm:presLayoutVars>
      </dgm:prSet>
      <dgm:spPr/>
    </dgm:pt>
    <dgm:pt modelId="{A0927FB4-2C74-41A2-86D0-4E17F2EF7D7C}" type="pres">
      <dgm:prSet presAssocID="{D1E74733-1E08-4995-93E7-B4DCBE835789}" presName="dummy" presStyleCnt="0"/>
      <dgm:spPr/>
    </dgm:pt>
    <dgm:pt modelId="{EFBA35FB-7B58-4462-82EF-FA78F66F332B}" type="pres">
      <dgm:prSet presAssocID="{1CFE1B18-D7E5-4320-8E54-244113103E88}" presName="sibTrans" presStyleLbl="sibTrans2D1" presStyleIdx="2" presStyleCnt="5"/>
      <dgm:spPr/>
    </dgm:pt>
    <dgm:pt modelId="{6FAEC3CF-05F6-434A-934B-212D35041A62}" type="pres">
      <dgm:prSet presAssocID="{001ECB14-57B6-479E-87DA-68ABEC710137}" presName="node" presStyleLbl="node1" presStyleIdx="3" presStyleCnt="5">
        <dgm:presLayoutVars>
          <dgm:bulletEnabled val="1"/>
        </dgm:presLayoutVars>
      </dgm:prSet>
      <dgm:spPr/>
    </dgm:pt>
    <dgm:pt modelId="{7330165A-2761-412C-BD33-704921AB1770}" type="pres">
      <dgm:prSet presAssocID="{001ECB14-57B6-479E-87DA-68ABEC710137}" presName="dummy" presStyleCnt="0"/>
      <dgm:spPr/>
    </dgm:pt>
    <dgm:pt modelId="{39FE5029-2C1D-48E0-AFA6-0AE6535119FA}" type="pres">
      <dgm:prSet presAssocID="{18EFF503-3D8A-4F1C-834C-B49F3DFFA514}" presName="sibTrans" presStyleLbl="sibTrans2D1" presStyleIdx="3" presStyleCnt="5"/>
      <dgm:spPr/>
    </dgm:pt>
    <dgm:pt modelId="{FC3B5CAD-C5B4-4745-A66A-A05F9956EC82}" type="pres">
      <dgm:prSet presAssocID="{17EE2E5D-8BA5-4F5A-9E1E-6092508EF88F}" presName="node" presStyleLbl="node1" presStyleIdx="4" presStyleCnt="5">
        <dgm:presLayoutVars>
          <dgm:bulletEnabled val="1"/>
        </dgm:presLayoutVars>
      </dgm:prSet>
      <dgm:spPr/>
    </dgm:pt>
    <dgm:pt modelId="{56B45688-3B15-4447-8199-8C15B1F03C72}" type="pres">
      <dgm:prSet presAssocID="{17EE2E5D-8BA5-4F5A-9E1E-6092508EF88F}" presName="dummy" presStyleCnt="0"/>
      <dgm:spPr/>
    </dgm:pt>
    <dgm:pt modelId="{9000712E-8D18-40F3-832E-2B1C3CD5C9D6}" type="pres">
      <dgm:prSet presAssocID="{FE442821-B451-49A6-A489-F3FA6EE234D0}" presName="sibTrans" presStyleLbl="sibTrans2D1" presStyleIdx="4" presStyleCnt="5"/>
      <dgm:spPr/>
    </dgm:pt>
  </dgm:ptLst>
  <dgm:cxnLst>
    <dgm:cxn modelId="{B4FB7708-BC9B-4CF9-83F7-B2C1C3090500}" srcId="{271F7623-709F-4B6D-853D-92C80EEDB4CF}" destId="{FC1FC7E8-1139-480C-BA4B-FEE11A7ADE3A}" srcOrd="1" destOrd="0" parTransId="{E8A69F3B-9A23-4CD2-B325-17403D0DB75D}" sibTransId="{441E9183-9191-49BB-9D71-76751C53BC0C}"/>
    <dgm:cxn modelId="{87E9445E-F9DC-4782-93C9-B607760401EF}" type="presOf" srcId="{E4F1397F-2CA7-4E1A-BD3A-17F6241C9518}" destId="{D90FD10D-FA6F-4C43-B505-1D719753029E}" srcOrd="0" destOrd="0" presId="urn:microsoft.com/office/officeart/2005/8/layout/radial6"/>
    <dgm:cxn modelId="{F17C9741-410D-46B7-A928-07076FDCB184}" type="presOf" srcId="{9DF8D5DE-0DD9-4D9E-8237-5287AF2849B2}" destId="{AD0651C6-9630-4761-941D-63EE81599994}" srcOrd="0" destOrd="0" presId="urn:microsoft.com/office/officeart/2005/8/layout/radial6"/>
    <dgm:cxn modelId="{0CC64459-E549-4B2D-9DDF-154F5879826A}" type="presOf" srcId="{441E9183-9191-49BB-9D71-76751C53BC0C}" destId="{4F59A27B-6F55-441B-A8A6-D2C7936DFD65}" srcOrd="0" destOrd="0" presId="urn:microsoft.com/office/officeart/2005/8/layout/radial6"/>
    <dgm:cxn modelId="{9F3E4D94-DA66-40AD-B81B-DFF128D23643}" type="presOf" srcId="{001ECB14-57B6-479E-87DA-68ABEC710137}" destId="{6FAEC3CF-05F6-434A-934B-212D35041A62}" srcOrd="0" destOrd="0" presId="urn:microsoft.com/office/officeart/2005/8/layout/radial6"/>
    <dgm:cxn modelId="{A23F58AD-0ACF-46ED-9989-0E66D37960E5}" srcId="{271F7623-709F-4B6D-853D-92C80EEDB4CF}" destId="{001ECB14-57B6-479E-87DA-68ABEC710137}" srcOrd="3" destOrd="0" parTransId="{9E4B0DAB-9A6E-4918-9A2F-266F867D60FD}" sibTransId="{18EFF503-3D8A-4F1C-834C-B49F3DFFA514}"/>
    <dgm:cxn modelId="{A7E85CBA-2630-45C9-86A1-F41AABDAEAA7}" type="presOf" srcId="{18EFF503-3D8A-4F1C-834C-B49F3DFFA514}" destId="{39FE5029-2C1D-48E0-AFA6-0AE6535119FA}" srcOrd="0" destOrd="0" presId="urn:microsoft.com/office/officeart/2005/8/layout/radial6"/>
    <dgm:cxn modelId="{87DD8DBD-FD1E-4FB0-8FE1-93B3841180B5}" type="presOf" srcId="{FE442821-B451-49A6-A489-F3FA6EE234D0}" destId="{9000712E-8D18-40F3-832E-2B1C3CD5C9D6}" srcOrd="0" destOrd="0" presId="urn:microsoft.com/office/officeart/2005/8/layout/radial6"/>
    <dgm:cxn modelId="{E3E39AC4-0A2D-47A4-971C-0E93E1A59BFD}" srcId="{E4F1397F-2CA7-4E1A-BD3A-17F6241C9518}" destId="{271F7623-709F-4B6D-853D-92C80EEDB4CF}" srcOrd="0" destOrd="0" parTransId="{3824A422-F2F3-4AE7-939C-18AFE8FD80F7}" sibTransId="{49FB5806-93D6-4246-B65E-91F64C6E1C7A}"/>
    <dgm:cxn modelId="{FB8D90C8-4B9E-422A-B183-32B4039F7245}" srcId="{271F7623-709F-4B6D-853D-92C80EEDB4CF}" destId="{9DF8D5DE-0DD9-4D9E-8237-5287AF2849B2}" srcOrd="0" destOrd="0" parTransId="{F1701D9D-5F8F-4CC9-B78D-BA1F0A018BD6}" sibTransId="{4F20E43F-2E42-40AC-AA69-C092EC6EE9B9}"/>
    <dgm:cxn modelId="{41AD89CA-C9C1-4CB4-888F-83253D6BBA4E}" type="presOf" srcId="{4F20E43F-2E42-40AC-AA69-C092EC6EE9B9}" destId="{2B93BE79-690B-409B-823E-04F485A777BC}" srcOrd="0" destOrd="0" presId="urn:microsoft.com/office/officeart/2005/8/layout/radial6"/>
    <dgm:cxn modelId="{44D080D2-BB55-4101-B4CB-0EE63838EA94}" type="presOf" srcId="{FC1FC7E8-1139-480C-BA4B-FEE11A7ADE3A}" destId="{54DA06B7-E441-4DB0-8A5D-ACD877AE5282}" srcOrd="0" destOrd="0" presId="urn:microsoft.com/office/officeart/2005/8/layout/radial6"/>
    <dgm:cxn modelId="{155142D3-10A7-4D5A-89C7-DE2F9AAE0220}" srcId="{271F7623-709F-4B6D-853D-92C80EEDB4CF}" destId="{D1E74733-1E08-4995-93E7-B4DCBE835789}" srcOrd="2" destOrd="0" parTransId="{256993B1-EE3C-4923-AC61-E789C4C79D61}" sibTransId="{1CFE1B18-D7E5-4320-8E54-244113103E88}"/>
    <dgm:cxn modelId="{8FF2A1D7-7213-44A2-A10F-18C8754A2C46}" type="presOf" srcId="{D1E74733-1E08-4995-93E7-B4DCBE835789}" destId="{BC955F6E-0537-4AEA-A243-7696E0229F9A}" srcOrd="0" destOrd="0" presId="urn:microsoft.com/office/officeart/2005/8/layout/radial6"/>
    <dgm:cxn modelId="{8C4FC2DA-A6D4-49B6-88E0-4D5BD6C2B69F}" type="presOf" srcId="{17EE2E5D-8BA5-4F5A-9E1E-6092508EF88F}" destId="{FC3B5CAD-C5B4-4745-A66A-A05F9956EC82}" srcOrd="0" destOrd="0" presId="urn:microsoft.com/office/officeart/2005/8/layout/radial6"/>
    <dgm:cxn modelId="{C826ECED-7052-47C9-967A-98D3DD1B8B6A}" type="presOf" srcId="{271F7623-709F-4B6D-853D-92C80EEDB4CF}" destId="{0B936777-C385-4146-8D49-7CA550019549}" srcOrd="0" destOrd="0" presId="urn:microsoft.com/office/officeart/2005/8/layout/radial6"/>
    <dgm:cxn modelId="{1D6B9BF9-6FA6-4460-A5A2-7EF06CC13CDC}" srcId="{271F7623-709F-4B6D-853D-92C80EEDB4CF}" destId="{17EE2E5D-8BA5-4F5A-9E1E-6092508EF88F}" srcOrd="4" destOrd="0" parTransId="{96FB1252-040A-4BDA-9492-AFE61BEA67A5}" sibTransId="{FE442821-B451-49A6-A489-F3FA6EE234D0}"/>
    <dgm:cxn modelId="{58F84DFE-2E0C-46D4-95B3-19518D34BAE3}" type="presOf" srcId="{1CFE1B18-D7E5-4320-8E54-244113103E88}" destId="{EFBA35FB-7B58-4462-82EF-FA78F66F332B}" srcOrd="0" destOrd="0" presId="urn:microsoft.com/office/officeart/2005/8/layout/radial6"/>
    <dgm:cxn modelId="{24DA2979-0EEA-4991-9CE2-CB9B388E61D9}" type="presParOf" srcId="{D90FD10D-FA6F-4C43-B505-1D719753029E}" destId="{0B936777-C385-4146-8D49-7CA550019549}" srcOrd="0" destOrd="0" presId="urn:microsoft.com/office/officeart/2005/8/layout/radial6"/>
    <dgm:cxn modelId="{29D0E3E9-98D4-4DD5-B69F-96661599F460}" type="presParOf" srcId="{D90FD10D-FA6F-4C43-B505-1D719753029E}" destId="{AD0651C6-9630-4761-941D-63EE81599994}" srcOrd="1" destOrd="0" presId="urn:microsoft.com/office/officeart/2005/8/layout/radial6"/>
    <dgm:cxn modelId="{EF1F13D6-CAC7-4EC0-8E87-516F538A40D9}" type="presParOf" srcId="{D90FD10D-FA6F-4C43-B505-1D719753029E}" destId="{0669AEFA-B5E9-4F60-B789-5FC15A59F4EF}" srcOrd="2" destOrd="0" presId="urn:microsoft.com/office/officeart/2005/8/layout/radial6"/>
    <dgm:cxn modelId="{CF853002-22BB-4943-844E-F19C1DFB137C}" type="presParOf" srcId="{D90FD10D-FA6F-4C43-B505-1D719753029E}" destId="{2B93BE79-690B-409B-823E-04F485A777BC}" srcOrd="3" destOrd="0" presId="urn:microsoft.com/office/officeart/2005/8/layout/radial6"/>
    <dgm:cxn modelId="{1C4BBBDA-9C2C-4E7D-8A3C-4FF744BF4829}" type="presParOf" srcId="{D90FD10D-FA6F-4C43-B505-1D719753029E}" destId="{54DA06B7-E441-4DB0-8A5D-ACD877AE5282}" srcOrd="4" destOrd="0" presId="urn:microsoft.com/office/officeart/2005/8/layout/radial6"/>
    <dgm:cxn modelId="{7399FFB0-8ACD-4945-934C-AD3144AEE5FE}" type="presParOf" srcId="{D90FD10D-FA6F-4C43-B505-1D719753029E}" destId="{CDB63318-CB6F-484A-A463-BC81AF1FD5F4}" srcOrd="5" destOrd="0" presId="urn:microsoft.com/office/officeart/2005/8/layout/radial6"/>
    <dgm:cxn modelId="{92EE52AD-BEBF-45F0-9801-1B64B56D6A76}" type="presParOf" srcId="{D90FD10D-FA6F-4C43-B505-1D719753029E}" destId="{4F59A27B-6F55-441B-A8A6-D2C7936DFD65}" srcOrd="6" destOrd="0" presId="urn:microsoft.com/office/officeart/2005/8/layout/radial6"/>
    <dgm:cxn modelId="{8FEF554E-7721-4EEE-ACAA-599CAD25E957}" type="presParOf" srcId="{D90FD10D-FA6F-4C43-B505-1D719753029E}" destId="{BC955F6E-0537-4AEA-A243-7696E0229F9A}" srcOrd="7" destOrd="0" presId="urn:microsoft.com/office/officeart/2005/8/layout/radial6"/>
    <dgm:cxn modelId="{18D75FC9-3E3B-4EC8-807E-2513648C4E80}" type="presParOf" srcId="{D90FD10D-FA6F-4C43-B505-1D719753029E}" destId="{A0927FB4-2C74-41A2-86D0-4E17F2EF7D7C}" srcOrd="8" destOrd="0" presId="urn:microsoft.com/office/officeart/2005/8/layout/radial6"/>
    <dgm:cxn modelId="{01064E38-091C-4D81-BF6A-77C1954E330F}" type="presParOf" srcId="{D90FD10D-FA6F-4C43-B505-1D719753029E}" destId="{EFBA35FB-7B58-4462-82EF-FA78F66F332B}" srcOrd="9" destOrd="0" presId="urn:microsoft.com/office/officeart/2005/8/layout/radial6"/>
    <dgm:cxn modelId="{C09377B3-24C9-409E-B27B-966EFE509181}" type="presParOf" srcId="{D90FD10D-FA6F-4C43-B505-1D719753029E}" destId="{6FAEC3CF-05F6-434A-934B-212D35041A62}" srcOrd="10" destOrd="0" presId="urn:microsoft.com/office/officeart/2005/8/layout/radial6"/>
    <dgm:cxn modelId="{AD3839F2-9886-4C58-832A-A9039F6ED4B5}" type="presParOf" srcId="{D90FD10D-FA6F-4C43-B505-1D719753029E}" destId="{7330165A-2761-412C-BD33-704921AB1770}" srcOrd="11" destOrd="0" presId="urn:microsoft.com/office/officeart/2005/8/layout/radial6"/>
    <dgm:cxn modelId="{CC41B732-8073-4017-8EA7-7172880CE462}" type="presParOf" srcId="{D90FD10D-FA6F-4C43-B505-1D719753029E}" destId="{39FE5029-2C1D-48E0-AFA6-0AE6535119FA}" srcOrd="12" destOrd="0" presId="urn:microsoft.com/office/officeart/2005/8/layout/radial6"/>
    <dgm:cxn modelId="{B42E9FB0-EBE6-4AE1-9E7E-08B3C43C7BFB}" type="presParOf" srcId="{D90FD10D-FA6F-4C43-B505-1D719753029E}" destId="{FC3B5CAD-C5B4-4745-A66A-A05F9956EC82}" srcOrd="13" destOrd="0" presId="urn:microsoft.com/office/officeart/2005/8/layout/radial6"/>
    <dgm:cxn modelId="{6031195B-34C8-4874-B9D4-8A1282ED3581}" type="presParOf" srcId="{D90FD10D-FA6F-4C43-B505-1D719753029E}" destId="{56B45688-3B15-4447-8199-8C15B1F03C72}" srcOrd="14" destOrd="0" presId="urn:microsoft.com/office/officeart/2005/8/layout/radial6"/>
    <dgm:cxn modelId="{F109A066-E30C-4A99-BFA3-74BDB9234EC3}" type="presParOf" srcId="{D90FD10D-FA6F-4C43-B505-1D719753029E}" destId="{9000712E-8D18-40F3-832E-2B1C3CD5C9D6}" srcOrd="15"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00712E-8D18-40F3-832E-2B1C3CD5C9D6}">
      <dsp:nvSpPr>
        <dsp:cNvPr id="0" name=""/>
        <dsp:cNvSpPr/>
      </dsp:nvSpPr>
      <dsp:spPr>
        <a:xfrm>
          <a:off x="6220655" y="1791075"/>
          <a:ext cx="11942689" cy="11942689"/>
        </a:xfrm>
        <a:prstGeom prst="blockArc">
          <a:avLst>
            <a:gd name="adj1" fmla="val 11880000"/>
            <a:gd name="adj2" fmla="val 16200000"/>
            <a:gd name="adj3" fmla="val 4643"/>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9FE5029-2C1D-48E0-AFA6-0AE6535119FA}">
      <dsp:nvSpPr>
        <dsp:cNvPr id="0" name=""/>
        <dsp:cNvSpPr/>
      </dsp:nvSpPr>
      <dsp:spPr>
        <a:xfrm>
          <a:off x="6220655" y="1791075"/>
          <a:ext cx="11942689" cy="11942689"/>
        </a:xfrm>
        <a:prstGeom prst="blockArc">
          <a:avLst>
            <a:gd name="adj1" fmla="val 7560000"/>
            <a:gd name="adj2" fmla="val 11880000"/>
            <a:gd name="adj3" fmla="val 4643"/>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FBA35FB-7B58-4462-82EF-FA78F66F332B}">
      <dsp:nvSpPr>
        <dsp:cNvPr id="0" name=""/>
        <dsp:cNvSpPr/>
      </dsp:nvSpPr>
      <dsp:spPr>
        <a:xfrm>
          <a:off x="6220655" y="1791075"/>
          <a:ext cx="11942689" cy="11942689"/>
        </a:xfrm>
        <a:prstGeom prst="blockArc">
          <a:avLst>
            <a:gd name="adj1" fmla="val 3240000"/>
            <a:gd name="adj2" fmla="val 7560000"/>
            <a:gd name="adj3" fmla="val 4643"/>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F59A27B-6F55-441B-A8A6-D2C7936DFD65}">
      <dsp:nvSpPr>
        <dsp:cNvPr id="0" name=""/>
        <dsp:cNvSpPr/>
      </dsp:nvSpPr>
      <dsp:spPr>
        <a:xfrm>
          <a:off x="6220655" y="1791075"/>
          <a:ext cx="11942689" cy="11942689"/>
        </a:xfrm>
        <a:prstGeom prst="blockArc">
          <a:avLst>
            <a:gd name="adj1" fmla="val 20520000"/>
            <a:gd name="adj2" fmla="val 3240000"/>
            <a:gd name="adj3" fmla="val 4643"/>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B93BE79-690B-409B-823E-04F485A777BC}">
      <dsp:nvSpPr>
        <dsp:cNvPr id="0" name=""/>
        <dsp:cNvSpPr/>
      </dsp:nvSpPr>
      <dsp:spPr>
        <a:xfrm>
          <a:off x="6220655" y="1791075"/>
          <a:ext cx="11942689" cy="11942689"/>
        </a:xfrm>
        <a:prstGeom prst="blockArc">
          <a:avLst>
            <a:gd name="adj1" fmla="val 16200000"/>
            <a:gd name="adj2" fmla="val 20520000"/>
            <a:gd name="adj3" fmla="val 4643"/>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B936777-C385-4146-8D49-7CA550019549}">
      <dsp:nvSpPr>
        <dsp:cNvPr id="0" name=""/>
        <dsp:cNvSpPr/>
      </dsp:nvSpPr>
      <dsp:spPr>
        <a:xfrm>
          <a:off x="9441656" y="5012076"/>
          <a:ext cx="5500687" cy="5500687"/>
        </a:xfrm>
        <a:prstGeom prst="ellipse">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r>
            <a:rPr lang="en-US" sz="6500" kern="1200"/>
            <a:t> </a:t>
          </a:r>
          <a:endParaRPr lang="en-US" sz="6500" kern="1200" dirty="0"/>
        </a:p>
      </dsp:txBody>
      <dsp:txXfrm>
        <a:off x="10247213" y="5817633"/>
        <a:ext cx="3889573" cy="3889573"/>
      </dsp:txXfrm>
    </dsp:sp>
    <dsp:sp modelId="{AD0651C6-9630-4761-941D-63EE81599994}">
      <dsp:nvSpPr>
        <dsp:cNvPr id="0" name=""/>
        <dsp:cNvSpPr/>
      </dsp:nvSpPr>
      <dsp:spPr>
        <a:xfrm>
          <a:off x="10266759" y="4452"/>
          <a:ext cx="3850481" cy="3850481"/>
        </a:xfrm>
        <a:prstGeom prst="ellipse">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b" anchorCtr="0">
          <a:noAutofit/>
        </a:bodyPr>
        <a:lstStyle/>
        <a:p>
          <a:pPr marL="0" lvl="0" indent="0" algn="ctr" defTabSz="2266950">
            <a:lnSpc>
              <a:spcPct val="90000"/>
            </a:lnSpc>
            <a:spcBef>
              <a:spcPct val="0"/>
            </a:spcBef>
            <a:spcAft>
              <a:spcPct val="35000"/>
            </a:spcAft>
            <a:buNone/>
          </a:pPr>
          <a:r>
            <a:rPr lang="en-US" sz="5100" kern="1200" dirty="0">
              <a:solidFill>
                <a:schemeClr val="tx1"/>
              </a:solidFill>
            </a:rPr>
            <a:t>Sight</a:t>
          </a:r>
        </a:p>
      </dsp:txBody>
      <dsp:txXfrm>
        <a:off x="10830649" y="568342"/>
        <a:ext cx="2722701" cy="2722701"/>
      </dsp:txXfrm>
    </dsp:sp>
    <dsp:sp modelId="{54DA06B7-E441-4DB0-8A5D-ACD877AE5282}">
      <dsp:nvSpPr>
        <dsp:cNvPr id="0" name=""/>
        <dsp:cNvSpPr/>
      </dsp:nvSpPr>
      <dsp:spPr>
        <a:xfrm>
          <a:off x="15814012" y="4034767"/>
          <a:ext cx="3850481" cy="3850481"/>
        </a:xfrm>
        <a:prstGeom prst="ellipse">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b" anchorCtr="0">
          <a:noAutofit/>
        </a:bodyPr>
        <a:lstStyle/>
        <a:p>
          <a:pPr marL="0" lvl="0" indent="0" algn="ctr" defTabSz="2266950">
            <a:lnSpc>
              <a:spcPct val="90000"/>
            </a:lnSpc>
            <a:spcBef>
              <a:spcPct val="0"/>
            </a:spcBef>
            <a:spcAft>
              <a:spcPct val="35000"/>
            </a:spcAft>
            <a:buNone/>
          </a:pPr>
          <a:r>
            <a:rPr lang="en-US" sz="5100" kern="1200" dirty="0">
              <a:solidFill>
                <a:schemeClr val="tx1"/>
              </a:solidFill>
            </a:rPr>
            <a:t>Smell</a:t>
          </a:r>
        </a:p>
      </dsp:txBody>
      <dsp:txXfrm>
        <a:off x="16377902" y="4598657"/>
        <a:ext cx="2722701" cy="2722701"/>
      </dsp:txXfrm>
    </dsp:sp>
    <dsp:sp modelId="{BC955F6E-0537-4AEA-A243-7696E0229F9A}">
      <dsp:nvSpPr>
        <dsp:cNvPr id="0" name=""/>
        <dsp:cNvSpPr/>
      </dsp:nvSpPr>
      <dsp:spPr>
        <a:xfrm>
          <a:off x="13695150" y="10555955"/>
          <a:ext cx="3850481" cy="3850481"/>
        </a:xfrm>
        <a:prstGeom prst="ellipse">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b" anchorCtr="0">
          <a:noAutofit/>
        </a:bodyPr>
        <a:lstStyle/>
        <a:p>
          <a:pPr marL="0" lvl="0" indent="0" algn="ctr" defTabSz="2266950">
            <a:lnSpc>
              <a:spcPct val="90000"/>
            </a:lnSpc>
            <a:spcBef>
              <a:spcPct val="0"/>
            </a:spcBef>
            <a:spcAft>
              <a:spcPct val="35000"/>
            </a:spcAft>
            <a:buNone/>
          </a:pPr>
          <a:r>
            <a:rPr lang="en-US" sz="5100" kern="1200" dirty="0">
              <a:solidFill>
                <a:schemeClr val="tx1"/>
              </a:solidFill>
            </a:rPr>
            <a:t>Taste</a:t>
          </a:r>
        </a:p>
      </dsp:txBody>
      <dsp:txXfrm>
        <a:off x="14259040" y="11119845"/>
        <a:ext cx="2722701" cy="2722701"/>
      </dsp:txXfrm>
    </dsp:sp>
    <dsp:sp modelId="{6FAEC3CF-05F6-434A-934B-212D35041A62}">
      <dsp:nvSpPr>
        <dsp:cNvPr id="0" name=""/>
        <dsp:cNvSpPr/>
      </dsp:nvSpPr>
      <dsp:spPr>
        <a:xfrm>
          <a:off x="6838368" y="10555955"/>
          <a:ext cx="3850481" cy="3850481"/>
        </a:xfrm>
        <a:prstGeom prst="ellipse">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b" anchorCtr="0">
          <a:noAutofit/>
        </a:bodyPr>
        <a:lstStyle/>
        <a:p>
          <a:pPr marL="0" lvl="0" indent="0" algn="ctr" defTabSz="2266950">
            <a:lnSpc>
              <a:spcPct val="90000"/>
            </a:lnSpc>
            <a:spcBef>
              <a:spcPct val="0"/>
            </a:spcBef>
            <a:spcAft>
              <a:spcPct val="35000"/>
            </a:spcAft>
            <a:buNone/>
          </a:pPr>
          <a:r>
            <a:rPr lang="en-US" sz="5100" kern="1200" dirty="0">
              <a:solidFill>
                <a:schemeClr val="tx1"/>
              </a:solidFill>
            </a:rPr>
            <a:t>Hearing</a:t>
          </a:r>
        </a:p>
      </dsp:txBody>
      <dsp:txXfrm>
        <a:off x="7402258" y="11119845"/>
        <a:ext cx="2722701" cy="2722701"/>
      </dsp:txXfrm>
    </dsp:sp>
    <dsp:sp modelId="{FC3B5CAD-C5B4-4745-A66A-A05F9956EC82}">
      <dsp:nvSpPr>
        <dsp:cNvPr id="0" name=""/>
        <dsp:cNvSpPr/>
      </dsp:nvSpPr>
      <dsp:spPr>
        <a:xfrm>
          <a:off x="4719506" y="4034767"/>
          <a:ext cx="3850481" cy="3850481"/>
        </a:xfrm>
        <a:prstGeom prst="ellipse">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b" anchorCtr="0">
          <a:noAutofit/>
        </a:bodyPr>
        <a:lstStyle/>
        <a:p>
          <a:pPr marL="0" lvl="0" indent="0" algn="ctr" defTabSz="2266950">
            <a:lnSpc>
              <a:spcPct val="90000"/>
            </a:lnSpc>
            <a:spcBef>
              <a:spcPct val="0"/>
            </a:spcBef>
            <a:spcAft>
              <a:spcPct val="35000"/>
            </a:spcAft>
            <a:buNone/>
          </a:pPr>
          <a:r>
            <a:rPr lang="en-US" sz="5100" kern="1200" dirty="0">
              <a:solidFill>
                <a:schemeClr val="tx1"/>
              </a:solidFill>
            </a:rPr>
            <a:t>Touch</a:t>
          </a:r>
        </a:p>
      </dsp:txBody>
      <dsp:txXfrm>
        <a:off x="5283396" y="4598657"/>
        <a:ext cx="2722701" cy="27227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00712E-8D18-40F3-832E-2B1C3CD5C9D6}">
      <dsp:nvSpPr>
        <dsp:cNvPr id="0" name=""/>
        <dsp:cNvSpPr/>
      </dsp:nvSpPr>
      <dsp:spPr>
        <a:xfrm>
          <a:off x="5169105" y="1551865"/>
          <a:ext cx="10362821" cy="10362821"/>
        </a:xfrm>
        <a:prstGeom prst="blockArc">
          <a:avLst>
            <a:gd name="adj1" fmla="val 11880000"/>
            <a:gd name="adj2" fmla="val 16200000"/>
            <a:gd name="adj3" fmla="val 4641"/>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9FE5029-2C1D-48E0-AFA6-0AE6535119FA}">
      <dsp:nvSpPr>
        <dsp:cNvPr id="0" name=""/>
        <dsp:cNvSpPr/>
      </dsp:nvSpPr>
      <dsp:spPr>
        <a:xfrm>
          <a:off x="5169105" y="1551865"/>
          <a:ext cx="10362821" cy="10362821"/>
        </a:xfrm>
        <a:prstGeom prst="blockArc">
          <a:avLst>
            <a:gd name="adj1" fmla="val 7560000"/>
            <a:gd name="adj2" fmla="val 11880000"/>
            <a:gd name="adj3" fmla="val 4641"/>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FBA35FB-7B58-4462-82EF-FA78F66F332B}">
      <dsp:nvSpPr>
        <dsp:cNvPr id="0" name=""/>
        <dsp:cNvSpPr/>
      </dsp:nvSpPr>
      <dsp:spPr>
        <a:xfrm>
          <a:off x="5169105" y="1551865"/>
          <a:ext cx="10362821" cy="10362821"/>
        </a:xfrm>
        <a:prstGeom prst="blockArc">
          <a:avLst>
            <a:gd name="adj1" fmla="val 3240000"/>
            <a:gd name="adj2" fmla="val 7560000"/>
            <a:gd name="adj3" fmla="val 4641"/>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F59A27B-6F55-441B-A8A6-D2C7936DFD65}">
      <dsp:nvSpPr>
        <dsp:cNvPr id="0" name=""/>
        <dsp:cNvSpPr/>
      </dsp:nvSpPr>
      <dsp:spPr>
        <a:xfrm>
          <a:off x="5169105" y="1551865"/>
          <a:ext cx="10362821" cy="10362821"/>
        </a:xfrm>
        <a:prstGeom prst="blockArc">
          <a:avLst>
            <a:gd name="adj1" fmla="val 20520000"/>
            <a:gd name="adj2" fmla="val 3240000"/>
            <a:gd name="adj3" fmla="val 4641"/>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B93BE79-690B-409B-823E-04F485A777BC}">
      <dsp:nvSpPr>
        <dsp:cNvPr id="0" name=""/>
        <dsp:cNvSpPr/>
      </dsp:nvSpPr>
      <dsp:spPr>
        <a:xfrm>
          <a:off x="5169105" y="1551865"/>
          <a:ext cx="10362821" cy="10362821"/>
        </a:xfrm>
        <a:prstGeom prst="blockArc">
          <a:avLst>
            <a:gd name="adj1" fmla="val 16200000"/>
            <a:gd name="adj2" fmla="val 20520000"/>
            <a:gd name="adj3" fmla="val 4641"/>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B936777-C385-4146-8D49-7CA550019549}">
      <dsp:nvSpPr>
        <dsp:cNvPr id="0" name=""/>
        <dsp:cNvSpPr/>
      </dsp:nvSpPr>
      <dsp:spPr>
        <a:xfrm>
          <a:off x="7965045" y="4347805"/>
          <a:ext cx="4770941" cy="4770941"/>
        </a:xfrm>
        <a:prstGeom prst="ellipse">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r>
            <a:rPr lang="en-US" sz="6500" kern="1200"/>
            <a:t> </a:t>
          </a:r>
          <a:endParaRPr lang="en-US" sz="6500" kern="1200" dirty="0"/>
        </a:p>
      </dsp:txBody>
      <dsp:txXfrm>
        <a:off x="8663733" y="5046493"/>
        <a:ext cx="3373565" cy="3373565"/>
      </dsp:txXfrm>
    </dsp:sp>
    <dsp:sp modelId="{AD0651C6-9630-4761-941D-63EE81599994}">
      <dsp:nvSpPr>
        <dsp:cNvPr id="0" name=""/>
        <dsp:cNvSpPr/>
      </dsp:nvSpPr>
      <dsp:spPr>
        <a:xfrm>
          <a:off x="8680687" y="2264"/>
          <a:ext cx="3339658" cy="3339658"/>
        </a:xfrm>
        <a:prstGeom prst="ellipse">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b" anchorCtr="0">
          <a:noAutofit/>
        </a:bodyPr>
        <a:lstStyle/>
        <a:p>
          <a:pPr marL="0" lvl="0" indent="0" algn="ctr" defTabSz="2266950">
            <a:lnSpc>
              <a:spcPct val="90000"/>
            </a:lnSpc>
            <a:spcBef>
              <a:spcPct val="0"/>
            </a:spcBef>
            <a:spcAft>
              <a:spcPct val="35000"/>
            </a:spcAft>
            <a:buNone/>
          </a:pPr>
          <a:endParaRPr lang="en-US" sz="5100" kern="1200" dirty="0">
            <a:solidFill>
              <a:schemeClr val="tx1"/>
            </a:solidFill>
          </a:endParaRPr>
        </a:p>
      </dsp:txBody>
      <dsp:txXfrm>
        <a:off x="9169769" y="491346"/>
        <a:ext cx="2361494" cy="2361494"/>
      </dsp:txXfrm>
    </dsp:sp>
    <dsp:sp modelId="{54DA06B7-E441-4DB0-8A5D-ACD877AE5282}">
      <dsp:nvSpPr>
        <dsp:cNvPr id="0" name=""/>
        <dsp:cNvSpPr/>
      </dsp:nvSpPr>
      <dsp:spPr>
        <a:xfrm>
          <a:off x="13494158" y="3499455"/>
          <a:ext cx="3339658" cy="3339658"/>
        </a:xfrm>
        <a:prstGeom prst="ellipse">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b" anchorCtr="0">
          <a:noAutofit/>
        </a:bodyPr>
        <a:lstStyle/>
        <a:p>
          <a:pPr marL="0" lvl="0" indent="0" algn="ctr" defTabSz="2266950">
            <a:lnSpc>
              <a:spcPct val="90000"/>
            </a:lnSpc>
            <a:spcBef>
              <a:spcPct val="0"/>
            </a:spcBef>
            <a:spcAft>
              <a:spcPct val="35000"/>
            </a:spcAft>
            <a:buNone/>
          </a:pPr>
          <a:endParaRPr lang="en-US" sz="5100" kern="1200" dirty="0">
            <a:solidFill>
              <a:schemeClr val="tx1"/>
            </a:solidFill>
          </a:endParaRPr>
        </a:p>
      </dsp:txBody>
      <dsp:txXfrm>
        <a:off x="13983240" y="3988537"/>
        <a:ext cx="2361494" cy="2361494"/>
      </dsp:txXfrm>
    </dsp:sp>
    <dsp:sp modelId="{BC955F6E-0537-4AEA-A243-7696E0229F9A}">
      <dsp:nvSpPr>
        <dsp:cNvPr id="0" name=""/>
        <dsp:cNvSpPr/>
      </dsp:nvSpPr>
      <dsp:spPr>
        <a:xfrm>
          <a:off x="11655575" y="9158029"/>
          <a:ext cx="3339658" cy="3339658"/>
        </a:xfrm>
        <a:prstGeom prst="ellipse">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b" anchorCtr="0">
          <a:noAutofit/>
        </a:bodyPr>
        <a:lstStyle/>
        <a:p>
          <a:pPr marL="0" lvl="0" indent="0" algn="ctr" defTabSz="2266950">
            <a:lnSpc>
              <a:spcPct val="90000"/>
            </a:lnSpc>
            <a:spcBef>
              <a:spcPct val="0"/>
            </a:spcBef>
            <a:spcAft>
              <a:spcPct val="35000"/>
            </a:spcAft>
            <a:buNone/>
          </a:pPr>
          <a:endParaRPr lang="en-US" sz="5100" kern="1200" dirty="0">
            <a:solidFill>
              <a:schemeClr val="tx1"/>
            </a:solidFill>
          </a:endParaRPr>
        </a:p>
      </dsp:txBody>
      <dsp:txXfrm>
        <a:off x="12144657" y="9647111"/>
        <a:ext cx="2361494" cy="2361494"/>
      </dsp:txXfrm>
    </dsp:sp>
    <dsp:sp modelId="{6FAEC3CF-05F6-434A-934B-212D35041A62}">
      <dsp:nvSpPr>
        <dsp:cNvPr id="0" name=""/>
        <dsp:cNvSpPr/>
      </dsp:nvSpPr>
      <dsp:spPr>
        <a:xfrm>
          <a:off x="5705798" y="9158029"/>
          <a:ext cx="3339658" cy="3339658"/>
        </a:xfrm>
        <a:prstGeom prst="ellipse">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b" anchorCtr="0">
          <a:noAutofit/>
        </a:bodyPr>
        <a:lstStyle/>
        <a:p>
          <a:pPr marL="0" lvl="0" indent="0" algn="ctr" defTabSz="2266950">
            <a:lnSpc>
              <a:spcPct val="90000"/>
            </a:lnSpc>
            <a:spcBef>
              <a:spcPct val="0"/>
            </a:spcBef>
            <a:spcAft>
              <a:spcPct val="35000"/>
            </a:spcAft>
            <a:buNone/>
          </a:pPr>
          <a:endParaRPr lang="en-US" sz="5100" kern="1200" dirty="0">
            <a:solidFill>
              <a:schemeClr val="tx1"/>
            </a:solidFill>
          </a:endParaRPr>
        </a:p>
      </dsp:txBody>
      <dsp:txXfrm>
        <a:off x="6194880" y="9647111"/>
        <a:ext cx="2361494" cy="2361494"/>
      </dsp:txXfrm>
    </dsp:sp>
    <dsp:sp modelId="{FC3B5CAD-C5B4-4745-A66A-A05F9956EC82}">
      <dsp:nvSpPr>
        <dsp:cNvPr id="0" name=""/>
        <dsp:cNvSpPr/>
      </dsp:nvSpPr>
      <dsp:spPr>
        <a:xfrm>
          <a:off x="3867216" y="3499455"/>
          <a:ext cx="3339658" cy="3339658"/>
        </a:xfrm>
        <a:prstGeom prst="ellipse">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b" anchorCtr="0">
          <a:noAutofit/>
        </a:bodyPr>
        <a:lstStyle/>
        <a:p>
          <a:pPr marL="0" lvl="0" indent="0" algn="ctr" defTabSz="2266950">
            <a:lnSpc>
              <a:spcPct val="90000"/>
            </a:lnSpc>
            <a:spcBef>
              <a:spcPct val="0"/>
            </a:spcBef>
            <a:spcAft>
              <a:spcPct val="35000"/>
            </a:spcAft>
            <a:buNone/>
          </a:pPr>
          <a:endParaRPr lang="en-US" sz="5100" kern="1200" dirty="0">
            <a:solidFill>
              <a:schemeClr val="tx1"/>
            </a:solidFill>
          </a:endParaRPr>
        </a:p>
      </dsp:txBody>
      <dsp:txXfrm>
        <a:off x="4356298" y="3988537"/>
        <a:ext cx="2361494" cy="2361494"/>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34FAB7-7DF1-470D-9D24-E6B58A84B80C}"/>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5777346" y="8736014"/>
            <a:ext cx="963023" cy="331788"/>
          </a:xfrm>
          <a:prstGeom prst="rect">
            <a:avLst/>
          </a:prstGeom>
        </p:spPr>
      </p:pic>
      <p:sp>
        <p:nvSpPr>
          <p:cNvPr id="3" name="Date Placeholder 2">
            <a:extLst>
              <a:ext uri="{FF2B5EF4-FFF2-40B4-BE49-F238E27FC236}">
                <a16:creationId xmlns:a16="http://schemas.microsoft.com/office/drawing/2014/main" id="{A0E88521-8FCE-4BCB-8B67-37305855271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8C0846B-0977-4E9D-973A-F0EA2C10623B}" type="datetimeFigureOut">
              <a:rPr lang="en-US" smtClean="0">
                <a:latin typeface="NVIDIA Sans" panose="020B0503020203020204" pitchFamily="34" charset="0"/>
                <a:cs typeface="NVIDIA Sans" panose="020B0503020203020204" pitchFamily="34" charset="0"/>
              </a:rPr>
              <a:t>5/6/2025</a:t>
            </a:fld>
            <a:endParaRPr lang="en-US">
              <a:latin typeface="NVIDIA Sans" panose="020B0503020203020204" pitchFamily="34" charset="0"/>
              <a:cs typeface="NVIDIA Sans" panose="020B0503020203020204" pitchFamily="34" charset="0"/>
            </a:endParaRPr>
          </a:p>
        </p:txBody>
      </p:sp>
      <p:sp>
        <p:nvSpPr>
          <p:cNvPr id="5" name="Slide Number Placeholder 4">
            <a:extLst>
              <a:ext uri="{FF2B5EF4-FFF2-40B4-BE49-F238E27FC236}">
                <a16:creationId xmlns:a16="http://schemas.microsoft.com/office/drawing/2014/main" id="{9D0820F8-FB5B-4060-9702-8BB4F61830F9}"/>
              </a:ext>
            </a:extLst>
          </p:cNvPr>
          <p:cNvSpPr>
            <a:spLocks noGrp="1"/>
          </p:cNvSpPr>
          <p:nvPr>
            <p:ph type="sldNum" sz="quarter" idx="3"/>
          </p:nvPr>
        </p:nvSpPr>
        <p:spPr>
          <a:xfrm>
            <a:off x="0" y="8685213"/>
            <a:ext cx="2971800" cy="458787"/>
          </a:xfrm>
          <a:prstGeom prst="rect">
            <a:avLst/>
          </a:prstGeom>
        </p:spPr>
        <p:txBody>
          <a:bodyPr vert="horz" lIns="91440" tIns="45720" rIns="91440" bIns="45720" rtlCol="0" anchor="b"/>
          <a:lstStyle>
            <a:lvl1pPr algn="r">
              <a:defRPr sz="1200"/>
            </a:lvl1pPr>
          </a:lstStyle>
          <a:p>
            <a:pPr algn="l"/>
            <a:fld id="{6212FBFF-564E-4199-8DDC-2B82D308BF1D}" type="slidenum">
              <a:rPr lang="en-US" smtClean="0">
                <a:latin typeface="NVIDIA Sans" panose="020B0503020203020204" pitchFamily="34" charset="0"/>
                <a:cs typeface="NVIDIA Sans" panose="020B0503020203020204" pitchFamily="34" charset="0"/>
              </a:rPr>
              <a:pPr algn="l"/>
              <a:t>‹#›</a:t>
            </a:fld>
            <a:endParaRPr lang="en-US">
              <a:latin typeface="NVIDIA Sans" panose="020B0503020203020204" pitchFamily="34" charset="0"/>
              <a:cs typeface="NVIDIA Sans" panose="020B0503020203020204" pitchFamily="34" charset="0"/>
            </a:endParaRPr>
          </a:p>
        </p:txBody>
      </p:sp>
    </p:spTree>
    <p:extLst>
      <p:ext uri="{BB962C8B-B14F-4D97-AF65-F5344CB8AC3E}">
        <p14:creationId xmlns:p14="http://schemas.microsoft.com/office/powerpoint/2010/main" val="2132078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NVIDIA Sans" panose="020B0503020203020204" pitchFamily="34" charset="0"/>
                <a:cs typeface="NVIDIA Sans" panose="020B0503020203020204" pitchFamily="34" charset="0"/>
              </a:defRPr>
            </a:lvl1pPr>
          </a:lstStyle>
          <a:p>
            <a:fld id="{354A8664-169C-4436-81C8-E492002C26A5}" type="datetimeFigureOut">
              <a:rPr lang="en-US" smtClean="0"/>
              <a:pPr/>
              <a:t>5/6/2025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5"/>
          </p:nvPr>
        </p:nvSpPr>
        <p:spPr>
          <a:xfrm>
            <a:off x="0" y="8685213"/>
            <a:ext cx="2971800" cy="458787"/>
          </a:xfrm>
          <a:prstGeom prst="rect">
            <a:avLst/>
          </a:prstGeom>
        </p:spPr>
        <p:txBody>
          <a:bodyPr vert="horz" lIns="91440" tIns="45720" rIns="91440" bIns="45720" rtlCol="0" anchor="b"/>
          <a:lstStyle>
            <a:lvl1pPr algn="l">
              <a:defRPr sz="1200">
                <a:latin typeface="NVIDIA Sans" panose="020B0503020203020204" pitchFamily="34" charset="0"/>
                <a:cs typeface="NVIDIA Sans" panose="020B0503020203020204" pitchFamily="34" charset="0"/>
              </a:defRPr>
            </a:lvl1pPr>
          </a:lstStyle>
          <a:p>
            <a:fld id="{A93AD357-0C40-4436-9D38-C47D60C1C9C1}" type="slidenum">
              <a:rPr lang="en-US" smtClean="0"/>
              <a:pPr/>
              <a:t>‹#›</a:t>
            </a:fld>
            <a:endParaRPr lang="en-US"/>
          </a:p>
        </p:txBody>
      </p:sp>
      <p:pic>
        <p:nvPicPr>
          <p:cNvPr id="8" name="Picture 7">
            <a:extLst>
              <a:ext uri="{FF2B5EF4-FFF2-40B4-BE49-F238E27FC236}">
                <a16:creationId xmlns:a16="http://schemas.microsoft.com/office/drawing/2014/main" id="{EE23E2AA-C3B7-40F1-8870-35AD3374F0C6}"/>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5777346" y="8736014"/>
            <a:ext cx="963023" cy="331788"/>
          </a:xfrm>
          <a:prstGeom prst="rect">
            <a:avLst/>
          </a:prstGeom>
        </p:spPr>
      </p:pic>
    </p:spTree>
    <p:extLst>
      <p:ext uri="{BB962C8B-B14F-4D97-AF65-F5344CB8AC3E}">
        <p14:creationId xmlns:p14="http://schemas.microsoft.com/office/powerpoint/2010/main" val="4018938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4572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9144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13716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18288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there, and welcome to Building AI Agents with Multimodal Models.</a:t>
            </a:r>
          </a:p>
        </p:txBody>
      </p:sp>
      <p:sp>
        <p:nvSpPr>
          <p:cNvPr id="4" name="Slide Number Placeholder 3"/>
          <p:cNvSpPr>
            <a:spLocks noGrp="1"/>
          </p:cNvSpPr>
          <p:nvPr>
            <p:ph type="sldNum" sz="quarter" idx="5"/>
          </p:nvPr>
        </p:nvSpPr>
        <p:spPr/>
        <p:txBody>
          <a:bodyPr/>
          <a:lstStyle/>
          <a:p>
            <a:fld id="{A93AD357-0C40-4436-9D38-C47D60C1C9C1}" type="slidenum">
              <a:rPr lang="en-US" smtClean="0"/>
              <a:pPr/>
              <a:t>1</a:t>
            </a:fld>
            <a:endParaRPr lang="en-US"/>
          </a:p>
        </p:txBody>
      </p:sp>
    </p:spTree>
    <p:extLst>
      <p:ext uri="{BB962C8B-B14F-4D97-AF65-F5344CB8AC3E}">
        <p14:creationId xmlns:p14="http://schemas.microsoft.com/office/powerpoint/2010/main" val="20425333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3AD357-0C40-4436-9D38-C47D60C1C9C1}" type="slidenum">
              <a:rPr lang="en-US" smtClean="0"/>
              <a:pPr/>
              <a:t>2</a:t>
            </a:fld>
            <a:endParaRPr lang="en-US"/>
          </a:p>
        </p:txBody>
      </p:sp>
    </p:spTree>
    <p:extLst>
      <p:ext uri="{BB962C8B-B14F-4D97-AF65-F5344CB8AC3E}">
        <p14:creationId xmlns:p14="http://schemas.microsoft.com/office/powerpoint/2010/main" val="831567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are familiar with how convolutional neural networks are built, then you have what it takes to complete this course. We will be using </a:t>
            </a:r>
            <a:r>
              <a:rPr lang="en-US" dirty="0" err="1"/>
              <a:t>PyTorch</a:t>
            </a:r>
            <a:r>
              <a:rPr lang="en-US" dirty="0"/>
              <a:t>. If you come from a TensorFlow background, we have provided links to the relevant </a:t>
            </a:r>
            <a:r>
              <a:rPr lang="en-US" dirty="0" err="1"/>
              <a:t>PyTorch</a:t>
            </a:r>
            <a:r>
              <a:rPr lang="en-US" dirty="0"/>
              <a:t> documentation to help you get up to speed quickly.</a:t>
            </a:r>
          </a:p>
        </p:txBody>
      </p:sp>
      <p:sp>
        <p:nvSpPr>
          <p:cNvPr id="4" name="Slide Number Placeholder 3"/>
          <p:cNvSpPr>
            <a:spLocks noGrp="1"/>
          </p:cNvSpPr>
          <p:nvPr>
            <p:ph type="sldNum" sz="quarter" idx="5"/>
          </p:nvPr>
        </p:nvSpPr>
        <p:spPr/>
        <p:txBody>
          <a:bodyPr/>
          <a:lstStyle/>
          <a:p>
            <a:fld id="{A93AD357-0C40-4436-9D38-C47D60C1C9C1}" type="slidenum">
              <a:rPr lang="en-US" smtClean="0"/>
              <a:pPr/>
              <a:t>3</a:t>
            </a:fld>
            <a:endParaRPr lang="en-US"/>
          </a:p>
        </p:txBody>
      </p:sp>
    </p:spTree>
    <p:extLst>
      <p:ext uri="{BB962C8B-B14F-4D97-AF65-F5344CB8AC3E}">
        <p14:creationId xmlns:p14="http://schemas.microsoft.com/office/powerpoint/2010/main" val="87089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begin, let’s define what modality is.</a:t>
            </a:r>
          </a:p>
        </p:txBody>
      </p:sp>
      <p:sp>
        <p:nvSpPr>
          <p:cNvPr id="4" name="Slide Number Placeholder 3"/>
          <p:cNvSpPr>
            <a:spLocks noGrp="1"/>
          </p:cNvSpPr>
          <p:nvPr>
            <p:ph type="sldNum" sz="quarter" idx="5"/>
          </p:nvPr>
        </p:nvSpPr>
        <p:spPr/>
        <p:txBody>
          <a:bodyPr/>
          <a:lstStyle/>
          <a:p>
            <a:fld id="{A93AD357-0C40-4436-9D38-C47D60C1C9C1}" type="slidenum">
              <a:rPr lang="en-US" smtClean="0"/>
              <a:pPr/>
              <a:t>4</a:t>
            </a:fld>
            <a:endParaRPr lang="en-US"/>
          </a:p>
        </p:txBody>
      </p:sp>
    </p:spTree>
    <p:extLst>
      <p:ext uri="{BB962C8B-B14F-4D97-AF65-F5344CB8AC3E}">
        <p14:creationId xmlns:p14="http://schemas.microsoft.com/office/powerpoint/2010/main" val="303709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multimodal model is a statistical model that analyzes multiple modes of data at once. To understand what that means better, we can think of the human brain as a multimodal model. Each of our senses such as sight, smell, taste, hearing, and touch are analyzed and influences our actions. For instance, if we walk into the kitchen, smell something sweet, and it feels warmer than usual, we might predict that a tasty treat is cooking in the oven.</a:t>
            </a:r>
          </a:p>
        </p:txBody>
      </p:sp>
      <p:sp>
        <p:nvSpPr>
          <p:cNvPr id="4" name="Slide Number Placeholder 3"/>
          <p:cNvSpPr>
            <a:spLocks noGrp="1"/>
          </p:cNvSpPr>
          <p:nvPr>
            <p:ph type="sldNum" sz="quarter" idx="5"/>
          </p:nvPr>
        </p:nvSpPr>
        <p:spPr/>
        <p:txBody>
          <a:bodyPr/>
          <a:lstStyle/>
          <a:p>
            <a:fld id="{A93AD357-0C40-4436-9D38-C47D60C1C9C1}" type="slidenum">
              <a:rPr lang="en-US" smtClean="0"/>
              <a:pPr/>
              <a:t>5</a:t>
            </a:fld>
            <a:endParaRPr lang="en-US"/>
          </a:p>
        </p:txBody>
      </p:sp>
    </p:spTree>
    <p:extLst>
      <p:ext uri="{BB962C8B-B14F-4D97-AF65-F5344CB8AC3E}">
        <p14:creationId xmlns:p14="http://schemas.microsoft.com/office/powerpoint/2010/main" val="3855575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it comes to vision, there are many ways to perceive the world. Just like how some animals see different colors and some have night vision, there are many different kinds of cameras that computers can use to see. </a:t>
            </a:r>
            <a:r>
              <a:rPr lang="en-US" dirty="0" err="1"/>
              <a:t>Nightvision</a:t>
            </a:r>
            <a:r>
              <a:rPr lang="en-US" dirty="0"/>
              <a:t> cameras are designed to see in low light environments, and thermal cameras can see heat. Each individual camera can have a large number of variables that influences what it can see such as field of view, shutter speed, pitch, roll and yaw.</a:t>
            </a:r>
          </a:p>
        </p:txBody>
      </p:sp>
      <p:sp>
        <p:nvSpPr>
          <p:cNvPr id="4" name="Slide Number Placeholder 3"/>
          <p:cNvSpPr>
            <a:spLocks noGrp="1"/>
          </p:cNvSpPr>
          <p:nvPr>
            <p:ph type="sldNum" sz="quarter" idx="5"/>
          </p:nvPr>
        </p:nvSpPr>
        <p:spPr/>
        <p:txBody>
          <a:bodyPr/>
          <a:lstStyle/>
          <a:p>
            <a:fld id="{A93AD357-0C40-4436-9D38-C47D60C1C9C1}" type="slidenum">
              <a:rPr lang="en-US" smtClean="0"/>
              <a:pPr/>
              <a:t>6</a:t>
            </a:fld>
            <a:endParaRPr lang="en-US"/>
          </a:p>
        </p:txBody>
      </p:sp>
    </p:spTree>
    <p:extLst>
      <p:ext uri="{BB962C8B-B14F-4D97-AF65-F5344CB8AC3E}">
        <p14:creationId xmlns:p14="http://schemas.microsoft.com/office/powerpoint/2010/main" val="9505816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may be a while before computers have tongues and noses like humans do, but there are things about food which can be used to infer taste.</a:t>
            </a:r>
          </a:p>
          <a:p>
            <a:endParaRPr lang="en-US" dirty="0"/>
          </a:p>
          <a:p>
            <a:r>
              <a:rPr lang="en-US" dirty="0"/>
              <a:t>For instance, we can use a pH sensor. For a lot of people, simply thinking about lemons makes them imagine a sour acidic taste in their mouth. On the other side, many anti-acid medications have a chalky flavor.</a:t>
            </a:r>
          </a:p>
          <a:p>
            <a:endParaRPr lang="en-US" dirty="0"/>
          </a:p>
          <a:p>
            <a:r>
              <a:rPr lang="en-US" dirty="0"/>
              <a:t>A food’s nutrition facts can be used to infer flavor. If a food has a relatively high sugar content, we may guess that it is sweet. If it has a large amount of vitamin c, we might guess it tastes like oranges.</a:t>
            </a:r>
          </a:p>
          <a:p>
            <a:endParaRPr lang="en-US" dirty="0"/>
          </a:p>
          <a:p>
            <a:r>
              <a:rPr lang="en-US" dirty="0"/>
              <a:t>One theory suggests smell is based on molecular weight, and that smell is perceived through both of our nostrils. It may explain why one nostril tends to be more open than the other. So, we may be ablet to use weight or density to infer taste.</a:t>
            </a:r>
          </a:p>
          <a:p>
            <a:endParaRPr lang="en-US" dirty="0"/>
          </a:p>
          <a:p>
            <a:r>
              <a:rPr lang="en-US" dirty="0"/>
              <a:t>https://www.ncbi.nlm.nih.gov/pmc/articles/PMC6627536/</a:t>
            </a:r>
          </a:p>
        </p:txBody>
      </p:sp>
      <p:sp>
        <p:nvSpPr>
          <p:cNvPr id="4" name="Slide Number Placeholder 3"/>
          <p:cNvSpPr>
            <a:spLocks noGrp="1"/>
          </p:cNvSpPr>
          <p:nvPr>
            <p:ph type="sldNum" sz="quarter" idx="5"/>
          </p:nvPr>
        </p:nvSpPr>
        <p:spPr/>
        <p:txBody>
          <a:bodyPr/>
          <a:lstStyle/>
          <a:p>
            <a:fld id="{A93AD357-0C40-4436-9D38-C47D60C1C9C1}" type="slidenum">
              <a:rPr lang="en-US" smtClean="0"/>
              <a:pPr/>
              <a:t>7</a:t>
            </a:fld>
            <a:endParaRPr lang="en-US"/>
          </a:p>
        </p:txBody>
      </p:sp>
    </p:spTree>
    <p:extLst>
      <p:ext uri="{BB962C8B-B14F-4D97-AF65-F5344CB8AC3E}">
        <p14:creationId xmlns:p14="http://schemas.microsoft.com/office/powerpoint/2010/main" val="22190047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Similarly, there are a few different ways a computer might hear something. Sheet music provides a more discreet representation of music. On the other hand, we can take frequencies of sound waves and visually represent them as something called a spectrogram. Amazingly, we can use many of the same data science techniques for images to extract useful information from audio because of these spectrograms.</a:t>
            </a:r>
          </a:p>
          <a:p>
            <a:endParaRPr lang="en-US" dirty="0"/>
          </a:p>
          <a:p>
            <a:r>
              <a:rPr lang="en-US" dirty="0"/>
              <a:t>There are also ultrasonic sensors that allows computers to sense depth much like echolocation used by bats and whales.</a:t>
            </a:r>
          </a:p>
        </p:txBody>
      </p:sp>
      <p:sp>
        <p:nvSpPr>
          <p:cNvPr id="4" name="Slide Number Placeholder 3"/>
          <p:cNvSpPr>
            <a:spLocks noGrp="1"/>
          </p:cNvSpPr>
          <p:nvPr>
            <p:ph type="sldNum" sz="quarter" idx="5"/>
          </p:nvPr>
        </p:nvSpPr>
        <p:spPr/>
        <p:txBody>
          <a:bodyPr/>
          <a:lstStyle/>
          <a:p>
            <a:fld id="{A93AD357-0C40-4436-9D38-C47D60C1C9C1}" type="slidenum">
              <a:rPr lang="en-US" smtClean="0"/>
              <a:pPr/>
              <a:t>8</a:t>
            </a:fld>
            <a:endParaRPr lang="en-US"/>
          </a:p>
        </p:txBody>
      </p:sp>
    </p:spTree>
    <p:extLst>
      <p:ext uri="{BB962C8B-B14F-4D97-AF65-F5344CB8AC3E}">
        <p14:creationId xmlns:p14="http://schemas.microsoft.com/office/powerpoint/2010/main" val="10804610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Industrial Engineers have many interesting tools to measure the physical attributes of an object. On the left is a tensile strength testing machine, which records the stress strain graph of a material.</a:t>
            </a:r>
          </a:p>
          <a:p>
            <a:endParaRPr lang="en-US" dirty="0"/>
          </a:p>
          <a:p>
            <a:r>
              <a:rPr lang="en-US" dirty="0"/>
              <a:t>There are lots of things about weather that is associated with feeling, such as feeling hot or cold, wet or dry, or windy.</a:t>
            </a:r>
          </a:p>
        </p:txBody>
      </p:sp>
      <p:sp>
        <p:nvSpPr>
          <p:cNvPr id="4" name="Slide Number Placeholder 3"/>
          <p:cNvSpPr>
            <a:spLocks noGrp="1"/>
          </p:cNvSpPr>
          <p:nvPr>
            <p:ph type="sldNum" sz="quarter" idx="5"/>
          </p:nvPr>
        </p:nvSpPr>
        <p:spPr/>
        <p:txBody>
          <a:bodyPr/>
          <a:lstStyle/>
          <a:p>
            <a:fld id="{A93AD357-0C40-4436-9D38-C47D60C1C9C1}" type="slidenum">
              <a:rPr lang="en-US" smtClean="0"/>
              <a:pPr/>
              <a:t>9</a:t>
            </a:fld>
            <a:endParaRPr lang="en-US"/>
          </a:p>
        </p:txBody>
      </p:sp>
    </p:spTree>
    <p:extLst>
      <p:ext uri="{BB962C8B-B14F-4D97-AF65-F5344CB8AC3E}">
        <p14:creationId xmlns:p14="http://schemas.microsoft.com/office/powerpoint/2010/main" val="5927416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Multimodal models can be used in almost any industry, but two major applications are robotics and biology. Helping robots navigate like humans do requires them to perceive like humans do, with a wide variety of sensors.</a:t>
            </a:r>
          </a:p>
          <a:p>
            <a:endParaRPr lang="en-US" dirty="0"/>
          </a:p>
          <a:p>
            <a:r>
              <a:rPr lang="en-US" dirty="0"/>
              <a:t>As for biology, have you ever gone to the doctor because you weren’t feeling well, but didn’t know why? Healthcare professionals use many kinds of data to diagnose potential problems. This is a challenging and rewarding field where researchers are working hard to help save lives.</a:t>
            </a:r>
          </a:p>
        </p:txBody>
      </p:sp>
      <p:sp>
        <p:nvSpPr>
          <p:cNvPr id="4" name="Slide Number Placeholder 3"/>
          <p:cNvSpPr>
            <a:spLocks noGrp="1"/>
          </p:cNvSpPr>
          <p:nvPr>
            <p:ph type="sldNum" sz="quarter" idx="5"/>
          </p:nvPr>
        </p:nvSpPr>
        <p:spPr/>
        <p:txBody>
          <a:bodyPr/>
          <a:lstStyle/>
          <a:p>
            <a:fld id="{A93AD357-0C40-4436-9D38-C47D60C1C9C1}" type="slidenum">
              <a:rPr lang="en-US" smtClean="0"/>
              <a:pPr/>
              <a:t>10</a:t>
            </a:fld>
            <a:endParaRPr lang="en-US"/>
          </a:p>
        </p:txBody>
      </p:sp>
    </p:spTree>
    <p:extLst>
      <p:ext uri="{BB962C8B-B14F-4D97-AF65-F5344CB8AC3E}">
        <p14:creationId xmlns:p14="http://schemas.microsoft.com/office/powerpoint/2010/main" val="18790373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computing power has increased, and more standardized neural networks have been developed, systems that connect multiple neural networks together have been created. The process of creating such a system is called orchestration. For example, when a user asks a large language model to “generate a picture of a cute cat”, the LLM passes the request to a diffusion model to perform the work before serving the result to the user.</a:t>
            </a:r>
          </a:p>
          <a:p>
            <a:endParaRPr lang="en-US" dirty="0"/>
          </a:p>
          <a:p>
            <a:r>
              <a:rPr lang="en-US" dirty="0"/>
              <a:t>Hopefully, by the end of this course, it’ll be easier to tell if an application is using a system of neural networks as opposed to one multimodal network.</a:t>
            </a:r>
          </a:p>
        </p:txBody>
      </p:sp>
      <p:sp>
        <p:nvSpPr>
          <p:cNvPr id="4" name="Slide Number Placeholder 3"/>
          <p:cNvSpPr>
            <a:spLocks noGrp="1"/>
          </p:cNvSpPr>
          <p:nvPr>
            <p:ph type="sldNum" sz="quarter" idx="5"/>
          </p:nvPr>
        </p:nvSpPr>
        <p:spPr/>
        <p:txBody>
          <a:bodyPr/>
          <a:lstStyle/>
          <a:p>
            <a:fld id="{A93AD357-0C40-4436-9D38-C47D60C1C9C1}" type="slidenum">
              <a:rPr lang="en-US" smtClean="0"/>
              <a:pPr/>
              <a:t>11</a:t>
            </a:fld>
            <a:endParaRPr lang="en-US"/>
          </a:p>
        </p:txBody>
      </p:sp>
    </p:spTree>
    <p:extLst>
      <p:ext uri="{BB962C8B-B14F-4D97-AF65-F5344CB8AC3E}">
        <p14:creationId xmlns:p14="http://schemas.microsoft.com/office/powerpoint/2010/main" val="32345871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wish I could say multimodal models follow this one simple formula, but the reality is, with the potentially huge variety of data available, it takes a lot of experimentation to find the right neural network architecture for a given. So instead, we will be going over different multi-modal techniques and the theories on when these techniques are effective.</a:t>
            </a:r>
          </a:p>
        </p:txBody>
      </p:sp>
      <p:sp>
        <p:nvSpPr>
          <p:cNvPr id="4" name="Slide Number Placeholder 3"/>
          <p:cNvSpPr>
            <a:spLocks noGrp="1"/>
          </p:cNvSpPr>
          <p:nvPr>
            <p:ph type="sldNum" sz="quarter" idx="5"/>
          </p:nvPr>
        </p:nvSpPr>
        <p:spPr/>
        <p:txBody>
          <a:bodyPr/>
          <a:lstStyle/>
          <a:p>
            <a:fld id="{A93AD357-0C40-4436-9D38-C47D60C1C9C1}" type="slidenum">
              <a:rPr lang="en-US" smtClean="0"/>
              <a:pPr/>
              <a:t>12</a:t>
            </a:fld>
            <a:endParaRPr lang="en-US"/>
          </a:p>
        </p:txBody>
      </p:sp>
    </p:spTree>
    <p:extLst>
      <p:ext uri="{BB962C8B-B14F-4D97-AF65-F5344CB8AC3E}">
        <p14:creationId xmlns:p14="http://schemas.microsoft.com/office/powerpoint/2010/main" val="9102350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first lab, we’re going to be using emulated LiDAR data, so let’s learn a little more about it. If you’ve ever seen a self-driving car before, chances are, there was a LiDAR on it. LiDAR stands for Light Detection and Ranging. A LiDAR device has an array of lasers that emit a beam of light undetectable to the human eye. The light then bounces back, and a sensor interprets the estimated distance that the light traveled. </a:t>
            </a:r>
          </a:p>
          <a:p>
            <a:endParaRPr lang="en-US" dirty="0"/>
          </a:p>
          <a:p>
            <a:r>
              <a:rPr lang="en-US" dirty="0"/>
              <a:t>Because of its ability to measure distances, </a:t>
            </a:r>
            <a:r>
              <a:rPr lang="en-US" dirty="0" err="1"/>
              <a:t>LiDARs</a:t>
            </a:r>
            <a:r>
              <a:rPr lang="en-US" dirty="0"/>
              <a:t> are a valuable tool in helping self-driving cars navigate the road safely.</a:t>
            </a:r>
          </a:p>
        </p:txBody>
      </p:sp>
      <p:sp>
        <p:nvSpPr>
          <p:cNvPr id="4" name="Slide Number Placeholder 3"/>
          <p:cNvSpPr>
            <a:spLocks noGrp="1"/>
          </p:cNvSpPr>
          <p:nvPr>
            <p:ph type="sldNum" sz="quarter" idx="5"/>
          </p:nvPr>
        </p:nvSpPr>
        <p:spPr/>
        <p:txBody>
          <a:bodyPr/>
          <a:lstStyle/>
          <a:p>
            <a:fld id="{A93AD357-0C40-4436-9D38-C47D60C1C9C1}" type="slidenum">
              <a:rPr lang="en-US" smtClean="0"/>
              <a:pPr/>
              <a:t>13</a:t>
            </a:fld>
            <a:endParaRPr lang="en-US"/>
          </a:p>
        </p:txBody>
      </p:sp>
    </p:spTree>
    <p:extLst>
      <p:ext uri="{BB962C8B-B14F-4D97-AF65-F5344CB8AC3E}">
        <p14:creationId xmlns:p14="http://schemas.microsoft.com/office/powerpoint/2010/main" val="22759610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use LiDAR data and camera data to make a simple “hello world” style multimodal model. To do this, we used the Isaac Sim Replicator from NVIDIA Omniverse to create a custom dataset. We created three objects and randomly placed them and rotated them. We then emulated a lidar and a camera.</a:t>
            </a:r>
          </a:p>
          <a:p>
            <a:endParaRPr lang="en-US" dirty="0"/>
          </a:p>
          <a:p>
            <a:r>
              <a:rPr lang="en-US" dirty="0"/>
              <a:t>On the left, we have a high-resolution photo of the objects. Each dot is where a laser from the lidar collided with an object. With both of our LiDAR data and our camera data, can we estimate where the center of each object is? It turns out, we don’t need high resolution data to do this, so to speed things up, we will be using 64 by 64 pixel images.</a:t>
            </a:r>
          </a:p>
          <a:p>
            <a:endParaRPr lang="en-US" dirty="0"/>
          </a:p>
          <a:p>
            <a:r>
              <a:rPr lang="en-US" dirty="0"/>
              <a:t>We’ll start by creating a model for each data type: one for camera and one for LiDAR. Which data type do you think performs better and why? Unfortunately, it would be mathematically difficult to prove why one data type is better than the other, but I’ll share some theories in the next slide deck.</a:t>
            </a:r>
          </a:p>
        </p:txBody>
      </p:sp>
      <p:sp>
        <p:nvSpPr>
          <p:cNvPr id="4" name="Slide Number Placeholder 3"/>
          <p:cNvSpPr>
            <a:spLocks noGrp="1"/>
          </p:cNvSpPr>
          <p:nvPr>
            <p:ph type="sldNum" sz="quarter" idx="5"/>
          </p:nvPr>
        </p:nvSpPr>
        <p:spPr/>
        <p:txBody>
          <a:bodyPr/>
          <a:lstStyle/>
          <a:p>
            <a:fld id="{A93AD357-0C40-4436-9D38-C47D60C1C9C1}" type="slidenum">
              <a:rPr lang="en-US" smtClean="0"/>
              <a:pPr/>
              <a:t>14</a:t>
            </a:fld>
            <a:endParaRPr lang="en-US"/>
          </a:p>
        </p:txBody>
      </p:sp>
    </p:spTree>
    <p:extLst>
      <p:ext uri="{BB962C8B-B14F-4D97-AF65-F5344CB8AC3E}">
        <p14:creationId xmlns:p14="http://schemas.microsoft.com/office/powerpoint/2010/main" val="40905800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order to make this competition between camera and LiDAR data as fair as possible, we will be using the same number of lasers as there are pixels in the camera. Different LiDAR systems have different data configurations, but in our case, we be using 4,096 lasers arranged in a grid. The grid is 64 lasers across and 64 lasers tall.</a:t>
            </a:r>
          </a:p>
          <a:p>
            <a:endParaRPr lang="en-US" dirty="0"/>
          </a:p>
          <a:p>
            <a:r>
              <a:rPr lang="en-US" dirty="0"/>
              <a:t>Each laser is shot out at a different angle. If our LiDAR system is pointed forward, then the Azimuth Angle is the horizontal deviation from forward, and the Zenith angle is the vertical deviation.</a:t>
            </a:r>
          </a:p>
        </p:txBody>
      </p:sp>
      <p:sp>
        <p:nvSpPr>
          <p:cNvPr id="4" name="Slide Number Placeholder 3"/>
          <p:cNvSpPr>
            <a:spLocks noGrp="1"/>
          </p:cNvSpPr>
          <p:nvPr>
            <p:ph type="sldNum" sz="quarter" idx="5"/>
          </p:nvPr>
        </p:nvSpPr>
        <p:spPr/>
        <p:txBody>
          <a:bodyPr/>
          <a:lstStyle/>
          <a:p>
            <a:fld id="{A93AD357-0C40-4436-9D38-C47D60C1C9C1}" type="slidenum">
              <a:rPr lang="en-US" smtClean="0"/>
              <a:pPr/>
              <a:t>15</a:t>
            </a:fld>
            <a:endParaRPr lang="en-US"/>
          </a:p>
        </p:txBody>
      </p:sp>
    </p:spTree>
    <p:extLst>
      <p:ext uri="{BB962C8B-B14F-4D97-AF65-F5344CB8AC3E}">
        <p14:creationId xmlns:p14="http://schemas.microsoft.com/office/powerpoint/2010/main" val="1140371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we’re done creating one model each for the camera and LiDAR data, there’s something surprisingly simple we can do to create a multimodal model.</a:t>
            </a:r>
          </a:p>
        </p:txBody>
      </p:sp>
      <p:sp>
        <p:nvSpPr>
          <p:cNvPr id="4" name="Slide Number Placeholder 3"/>
          <p:cNvSpPr>
            <a:spLocks noGrp="1"/>
          </p:cNvSpPr>
          <p:nvPr>
            <p:ph type="sldNum" sz="quarter" idx="5"/>
          </p:nvPr>
        </p:nvSpPr>
        <p:spPr/>
        <p:txBody>
          <a:bodyPr/>
          <a:lstStyle/>
          <a:p>
            <a:fld id="{A93AD357-0C40-4436-9D38-C47D60C1C9C1}" type="slidenum">
              <a:rPr lang="en-US" smtClean="0"/>
              <a:pPr/>
              <a:t>16</a:t>
            </a:fld>
            <a:endParaRPr lang="en-US"/>
          </a:p>
        </p:txBody>
      </p:sp>
    </p:spTree>
    <p:extLst>
      <p:ext uri="{BB962C8B-B14F-4D97-AF65-F5344CB8AC3E}">
        <p14:creationId xmlns:p14="http://schemas.microsoft.com/office/powerpoint/2010/main" val="28611959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take the outputs of the two models and connect them to another layer of neurons. Tada! We’ve made a multimodal model. This is called “Late Fusion” because we’re combining the neural networks at their ends. In a way, it’s similar to ensemble learning.</a:t>
            </a:r>
          </a:p>
        </p:txBody>
      </p:sp>
      <p:sp>
        <p:nvSpPr>
          <p:cNvPr id="4" name="Slide Number Placeholder 3"/>
          <p:cNvSpPr>
            <a:spLocks noGrp="1"/>
          </p:cNvSpPr>
          <p:nvPr>
            <p:ph type="sldNum" sz="quarter" idx="5"/>
          </p:nvPr>
        </p:nvSpPr>
        <p:spPr/>
        <p:txBody>
          <a:bodyPr/>
          <a:lstStyle/>
          <a:p>
            <a:fld id="{A93AD357-0C40-4436-9D38-C47D60C1C9C1}" type="slidenum">
              <a:rPr lang="en-US" smtClean="0"/>
              <a:pPr/>
              <a:t>17</a:t>
            </a:fld>
            <a:endParaRPr lang="en-US"/>
          </a:p>
        </p:txBody>
      </p:sp>
    </p:spTree>
    <p:extLst>
      <p:ext uri="{BB962C8B-B14F-4D97-AF65-F5344CB8AC3E}">
        <p14:creationId xmlns:p14="http://schemas.microsoft.com/office/powerpoint/2010/main" val="42104111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8F501-805C-FF3B-0D0B-E6A4311AE1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C64E59-DEBA-BEE0-FEAA-EF2C522A75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364FFD-62E5-C1BB-A317-971A6C7012A9}"/>
              </a:ext>
            </a:extLst>
          </p:cNvPr>
          <p:cNvSpPr>
            <a:spLocks noGrp="1"/>
          </p:cNvSpPr>
          <p:nvPr>
            <p:ph type="body" idx="1"/>
          </p:nvPr>
        </p:nvSpPr>
        <p:spPr/>
        <p:txBody>
          <a:bodyPr/>
          <a:lstStyle/>
          <a:p>
            <a:r>
              <a:rPr lang="en-US" dirty="0"/>
              <a:t>On the other hand, early fusion concatenates the input data before it enters the neural network. We’ll get into which technique is better in the next section, but for now, what do you think? Can you think of when one strategy would be better than the other?</a:t>
            </a:r>
          </a:p>
        </p:txBody>
      </p:sp>
      <p:sp>
        <p:nvSpPr>
          <p:cNvPr id="4" name="Slide Number Placeholder 3">
            <a:extLst>
              <a:ext uri="{FF2B5EF4-FFF2-40B4-BE49-F238E27FC236}">
                <a16:creationId xmlns:a16="http://schemas.microsoft.com/office/drawing/2014/main" id="{27133039-E777-9B1B-C4C9-272FB1DF14A2}"/>
              </a:ext>
            </a:extLst>
          </p:cNvPr>
          <p:cNvSpPr>
            <a:spLocks noGrp="1"/>
          </p:cNvSpPr>
          <p:nvPr>
            <p:ph type="sldNum" sz="quarter" idx="5"/>
          </p:nvPr>
        </p:nvSpPr>
        <p:spPr/>
        <p:txBody>
          <a:bodyPr/>
          <a:lstStyle/>
          <a:p>
            <a:fld id="{A93AD357-0C40-4436-9D38-C47D60C1C9C1}" type="slidenum">
              <a:rPr lang="en-US" smtClean="0"/>
              <a:pPr/>
              <a:t>18</a:t>
            </a:fld>
            <a:endParaRPr lang="en-US"/>
          </a:p>
        </p:txBody>
      </p:sp>
    </p:spTree>
    <p:extLst>
      <p:ext uri="{BB962C8B-B14F-4D97-AF65-F5344CB8AC3E}">
        <p14:creationId xmlns:p14="http://schemas.microsoft.com/office/powerpoint/2010/main" val="25783997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going to take a few minutes to run our experiments in the first lab, so while those experiments are going, let’s dive </a:t>
            </a:r>
            <a:r>
              <a:rPr lang="en-US"/>
              <a:t>into multimodal data.</a:t>
            </a:r>
            <a:endParaRPr lang="en-US" dirty="0"/>
          </a:p>
        </p:txBody>
      </p:sp>
      <p:sp>
        <p:nvSpPr>
          <p:cNvPr id="4" name="Slide Number Placeholder 3"/>
          <p:cNvSpPr>
            <a:spLocks noGrp="1"/>
          </p:cNvSpPr>
          <p:nvPr>
            <p:ph type="sldNum" sz="quarter" idx="5"/>
          </p:nvPr>
        </p:nvSpPr>
        <p:spPr/>
        <p:txBody>
          <a:bodyPr/>
          <a:lstStyle/>
          <a:p>
            <a:fld id="{A93AD357-0C40-4436-9D38-C47D60C1C9C1}" type="slidenum">
              <a:rPr lang="en-US" smtClean="0"/>
              <a:pPr/>
              <a:t>19</a:t>
            </a:fld>
            <a:endParaRPr lang="en-US"/>
          </a:p>
        </p:txBody>
      </p:sp>
    </p:spTree>
    <p:extLst>
      <p:ext uri="{BB962C8B-B14F-4D97-AF65-F5344CB8AC3E}">
        <p14:creationId xmlns:p14="http://schemas.microsoft.com/office/powerpoint/2010/main" val="31555602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many different kinds of data in the world, but as long as we can represent the data as some form of matrix of numbers, we can analyze it.</a:t>
            </a:r>
          </a:p>
        </p:txBody>
      </p:sp>
      <p:sp>
        <p:nvSpPr>
          <p:cNvPr id="4" name="Slide Number Placeholder 3"/>
          <p:cNvSpPr>
            <a:spLocks noGrp="1"/>
          </p:cNvSpPr>
          <p:nvPr>
            <p:ph type="sldNum" sz="quarter" idx="5"/>
          </p:nvPr>
        </p:nvSpPr>
        <p:spPr/>
        <p:txBody>
          <a:bodyPr/>
          <a:lstStyle/>
          <a:p>
            <a:fld id="{A93AD357-0C40-4436-9D38-C47D60C1C9C1}" type="slidenum">
              <a:rPr lang="en-US" smtClean="0"/>
              <a:pPr/>
              <a:t>20</a:t>
            </a:fld>
            <a:endParaRPr lang="en-US"/>
          </a:p>
        </p:txBody>
      </p:sp>
    </p:spTree>
    <p:extLst>
      <p:ext uri="{BB962C8B-B14F-4D97-AF65-F5344CB8AC3E}">
        <p14:creationId xmlns:p14="http://schemas.microsoft.com/office/powerpoint/2010/main" val="38071488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665B8-6E4A-4425-725F-2C77D79BBE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58D36C-734E-39DA-429C-997F291268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6CB136-C101-1E19-1BEF-EE2B0DA27F56}"/>
              </a:ext>
            </a:extLst>
          </p:cNvPr>
          <p:cNvSpPr>
            <a:spLocks noGrp="1"/>
          </p:cNvSpPr>
          <p:nvPr>
            <p:ph type="body" idx="1"/>
          </p:nvPr>
        </p:nvSpPr>
        <p:spPr/>
        <p:txBody>
          <a:bodyPr/>
          <a:lstStyle/>
          <a:p>
            <a:r>
              <a:rPr lang="en-US" dirty="0"/>
              <a:t>So to get some practice, we’ll take a look at a few atypical data types and how to convert them from their raw format into a matrix. The better we can understand the data, the easier it will be to create a model that can do something useful with it.</a:t>
            </a:r>
          </a:p>
        </p:txBody>
      </p:sp>
      <p:sp>
        <p:nvSpPr>
          <p:cNvPr id="4" name="Slide Number Placeholder 3">
            <a:extLst>
              <a:ext uri="{FF2B5EF4-FFF2-40B4-BE49-F238E27FC236}">
                <a16:creationId xmlns:a16="http://schemas.microsoft.com/office/drawing/2014/main" id="{A11332B2-85B1-0DB7-9235-7A2066BAB062}"/>
              </a:ext>
            </a:extLst>
          </p:cNvPr>
          <p:cNvSpPr>
            <a:spLocks noGrp="1"/>
          </p:cNvSpPr>
          <p:nvPr>
            <p:ph type="sldNum" sz="quarter" idx="5"/>
          </p:nvPr>
        </p:nvSpPr>
        <p:spPr/>
        <p:txBody>
          <a:bodyPr/>
          <a:lstStyle/>
          <a:p>
            <a:fld id="{A93AD357-0C40-4436-9D38-C47D60C1C9C1}" type="slidenum">
              <a:rPr lang="en-US" smtClean="0"/>
              <a:pPr/>
              <a:t>21</a:t>
            </a:fld>
            <a:endParaRPr lang="en-US"/>
          </a:p>
        </p:txBody>
      </p:sp>
    </p:spTree>
    <p:extLst>
      <p:ext uri="{BB962C8B-B14F-4D97-AF65-F5344CB8AC3E}">
        <p14:creationId xmlns:p14="http://schemas.microsoft.com/office/powerpoint/2010/main" val="39922461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C106A-1A8C-9E0F-FDD1-FE2F2BBC65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8CCBE4-1271-513F-5FB5-A67B91BCF4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64E48C-8EF7-B9F1-06E5-0BFE4393993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Itching to get coding? Let’s get started!</a:t>
            </a:r>
          </a:p>
        </p:txBody>
      </p:sp>
      <p:sp>
        <p:nvSpPr>
          <p:cNvPr id="4" name="Slide Number Placeholder 3">
            <a:extLst>
              <a:ext uri="{FF2B5EF4-FFF2-40B4-BE49-F238E27FC236}">
                <a16:creationId xmlns:a16="http://schemas.microsoft.com/office/drawing/2014/main" id="{1A9F0AC2-4877-3CE9-9801-4FF3BD2A3A78}"/>
              </a:ext>
            </a:extLst>
          </p:cNvPr>
          <p:cNvSpPr>
            <a:spLocks noGrp="1"/>
          </p:cNvSpPr>
          <p:nvPr>
            <p:ph type="sldNum" sz="quarter" idx="5"/>
          </p:nvPr>
        </p:nvSpPr>
        <p:spPr/>
        <p:txBody>
          <a:bodyPr/>
          <a:lstStyle/>
          <a:p>
            <a:fld id="{A93AD357-0C40-4436-9D38-C47D60C1C9C1}" type="slidenum">
              <a:rPr lang="en-US" smtClean="0"/>
              <a:pPr/>
              <a:t>22</a:t>
            </a:fld>
            <a:endParaRPr lang="en-US"/>
          </a:p>
        </p:txBody>
      </p:sp>
    </p:spTree>
    <p:extLst>
      <p:ext uri="{BB962C8B-B14F-4D97-AF65-F5344CB8AC3E}">
        <p14:creationId xmlns:p14="http://schemas.microsoft.com/office/powerpoint/2010/main" val="32194701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3AD357-0C40-4436-9D38-C47D60C1C9C1}" type="slidenum">
              <a:rPr lang="en-US" smtClean="0"/>
              <a:pPr/>
              <a:t>23</a:t>
            </a:fld>
            <a:endParaRPr lang="en-US"/>
          </a:p>
        </p:txBody>
      </p:sp>
    </p:spTree>
    <p:extLst>
      <p:ext uri="{BB962C8B-B14F-4D97-AF65-F5344CB8AC3E}">
        <p14:creationId xmlns:p14="http://schemas.microsoft.com/office/powerpoint/2010/main" val="36390308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6" name="Picture 5" descr="A green and white background&#10;&#10;Description automatically generated">
            <a:extLst>
              <a:ext uri="{FF2B5EF4-FFF2-40B4-BE49-F238E27FC236}">
                <a16:creationId xmlns:a16="http://schemas.microsoft.com/office/drawing/2014/main" id="{07D900F6-F9C5-E13E-B321-472E2C06456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pic>
        <p:nvPicPr>
          <p:cNvPr id="3" name="Picture 2" descr="A picture containing graphics, logo, symbol, graphic design&#10;&#10;Description automatically generated">
            <a:extLst>
              <a:ext uri="{FF2B5EF4-FFF2-40B4-BE49-F238E27FC236}">
                <a16:creationId xmlns:a16="http://schemas.microsoft.com/office/drawing/2014/main" id="{AC2F1390-BF3D-835C-3CE7-1F9507746CD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16125" y="773531"/>
            <a:ext cx="8365991" cy="2882310"/>
          </a:xfrm>
          <a:prstGeom prst="rect">
            <a:avLst/>
          </a:prstGeom>
        </p:spPr>
      </p:pic>
      <p:sp>
        <p:nvSpPr>
          <p:cNvPr id="2" name="Title 1">
            <a:extLst>
              <a:ext uri="{FF2B5EF4-FFF2-40B4-BE49-F238E27FC236}">
                <a16:creationId xmlns:a16="http://schemas.microsoft.com/office/drawing/2014/main" id="{67BDD93D-C8D9-AAAA-C193-4F162992EEF0}"/>
              </a:ext>
            </a:extLst>
          </p:cNvPr>
          <p:cNvSpPr>
            <a:spLocks noGrp="1"/>
          </p:cNvSpPr>
          <p:nvPr>
            <p:ph type="ctrTitle" hasCustomPrompt="1"/>
          </p:nvPr>
        </p:nvSpPr>
        <p:spPr>
          <a:xfrm>
            <a:off x="1513012" y="2983577"/>
            <a:ext cx="19282214" cy="4937760"/>
          </a:xfrm>
        </p:spPr>
        <p:txBody>
          <a:bodyPr anchor="b">
            <a:normAutofit/>
          </a:bodyPr>
          <a:lstStyle>
            <a:lvl1pPr algn="l">
              <a:defRPr sz="8800" b="1" cap="none" baseline="0">
                <a:latin typeface="NVIDIA Sans" panose="020B0503020203020204" pitchFamily="34" charset="0"/>
                <a:cs typeface="NVIDIA Sans" panose="020B0503020203020204" pitchFamily="34" charset="0"/>
              </a:defRPr>
            </a:lvl1pPr>
          </a:lstStyle>
          <a:p>
            <a:r>
              <a:rPr lang="en-US"/>
              <a:t>Click to Add Title</a:t>
            </a:r>
          </a:p>
        </p:txBody>
      </p:sp>
      <p:sp>
        <p:nvSpPr>
          <p:cNvPr id="7" name="Subtitle 2">
            <a:extLst>
              <a:ext uri="{FF2B5EF4-FFF2-40B4-BE49-F238E27FC236}">
                <a16:creationId xmlns:a16="http://schemas.microsoft.com/office/drawing/2014/main" id="{84FDDD85-BD02-911B-1C62-433286994A1E}"/>
              </a:ext>
            </a:extLst>
          </p:cNvPr>
          <p:cNvSpPr>
            <a:spLocks noGrp="1"/>
          </p:cNvSpPr>
          <p:nvPr>
            <p:ph type="subTitle" idx="1" hasCustomPrompt="1"/>
          </p:nvPr>
        </p:nvSpPr>
        <p:spPr>
          <a:xfrm>
            <a:off x="1513012" y="7941727"/>
            <a:ext cx="19282214" cy="1703832"/>
          </a:xfrm>
          <a:prstGeom prst="rect">
            <a:avLst/>
          </a:prstGeom>
        </p:spPr>
        <p:txBody>
          <a:bodyPr>
            <a:normAutofit/>
          </a:bodyPr>
          <a:lstStyle>
            <a:lvl1pPr marL="0" indent="0" algn="l">
              <a:buNone/>
              <a:defRPr sz="4400" b="0" cap="none" baseline="0">
                <a:solidFill>
                  <a:schemeClr val="bg1"/>
                </a:solidFill>
                <a:latin typeface="NVIDIA Sans" panose="020B0503020203020204" pitchFamily="34" charset="0"/>
                <a:cs typeface="NVIDIA Sans" panose="020B0503020203020204" pitchFamily="34" charset="0"/>
              </a:defRPr>
            </a:lvl1pPr>
            <a:lvl2pPr marL="1371600" indent="0" algn="ctr">
              <a:buNone/>
              <a:defRPr sz="6000"/>
            </a:lvl2pPr>
            <a:lvl3pPr marL="2743200" indent="0" algn="ctr">
              <a:buNone/>
              <a:defRPr sz="5400"/>
            </a:lvl3pPr>
            <a:lvl4pPr marL="4114800" indent="0" algn="ctr">
              <a:buNone/>
              <a:defRPr sz="4800"/>
            </a:lvl4pPr>
            <a:lvl5pPr marL="5486400" indent="0" algn="ctr">
              <a:buNone/>
              <a:defRPr sz="4800"/>
            </a:lvl5pPr>
            <a:lvl6pPr marL="6858000" indent="0" algn="ctr">
              <a:buNone/>
              <a:defRPr sz="4800"/>
            </a:lvl6pPr>
            <a:lvl7pPr marL="8229600" indent="0" algn="ctr">
              <a:buNone/>
              <a:defRPr sz="4800"/>
            </a:lvl7pPr>
            <a:lvl8pPr marL="9601200" indent="0" algn="ctr">
              <a:buNone/>
              <a:defRPr sz="4800"/>
            </a:lvl8pPr>
            <a:lvl9pPr marL="10972800" indent="0" algn="ctr">
              <a:buNone/>
              <a:defRPr sz="4800"/>
            </a:lvl9pPr>
          </a:lstStyle>
          <a:p>
            <a:r>
              <a:rPr lang="en-US"/>
              <a:t>Click to Add Subtitle/Name/Date</a:t>
            </a:r>
          </a:p>
        </p:txBody>
      </p:sp>
    </p:spTree>
    <p:extLst>
      <p:ext uri="{BB962C8B-B14F-4D97-AF65-F5344CB8AC3E}">
        <p14:creationId xmlns:p14="http://schemas.microsoft.com/office/powerpoint/2010/main" val="14787133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9" name="Content Placeholder 2">
            <a:extLst>
              <a:ext uri="{FF2B5EF4-FFF2-40B4-BE49-F238E27FC236}">
                <a16:creationId xmlns:a16="http://schemas.microsoft.com/office/drawing/2014/main" id="{8F434B88-2544-75AC-CBB8-19A1035D1251}"/>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579908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ont Testing Layou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9" name="Content Placeholder 2">
            <a:extLst>
              <a:ext uri="{FF2B5EF4-FFF2-40B4-BE49-F238E27FC236}">
                <a16:creationId xmlns:a16="http://schemas.microsoft.com/office/drawing/2014/main" id="{8F434B88-2544-75AC-CBB8-19A1035D1251}"/>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C870B57E-B314-99BB-8DF8-2672644B4F4E}"/>
              </a:ext>
            </a:extLst>
          </p:cNvPr>
          <p:cNvSpPr/>
          <p:nvPr userDrawn="1"/>
        </p:nvSpPr>
        <p:spPr>
          <a:xfrm>
            <a:off x="15000920" y="10556523"/>
            <a:ext cx="11020290" cy="749209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lnSpc>
                <a:spcPct val="90000"/>
              </a:lnSpc>
            </a:pPr>
            <a:endParaRPr lang="en-US" sz="9600" b="1" err="1">
              <a:solidFill>
                <a:schemeClr val="tx1"/>
              </a:solidFill>
              <a:latin typeface="NVIDIA Sans" panose="020B0503020203020204" pitchFamily="34" charset="0"/>
              <a:cs typeface="NVIDIA Sans" panose="020B0503020203020204" pitchFamily="34" charset="0"/>
            </a:endParaRPr>
          </a:p>
        </p:txBody>
      </p:sp>
      <p:pic>
        <p:nvPicPr>
          <p:cNvPr id="8" name="Picture 7">
            <a:extLst>
              <a:ext uri="{FF2B5EF4-FFF2-40B4-BE49-F238E27FC236}">
                <a16:creationId xmlns:a16="http://schemas.microsoft.com/office/drawing/2014/main" id="{AF3F80E6-5287-D931-0053-EF9F8579EE41}"/>
              </a:ext>
            </a:extLst>
          </p:cNvPr>
          <p:cNvPicPr>
            <a:picLocks noChangeAspect="1"/>
          </p:cNvPicPr>
          <p:nvPr userDrawn="1"/>
        </p:nvPicPr>
        <p:blipFill>
          <a:blip r:embed="rId2"/>
          <a:stretch>
            <a:fillRect/>
          </a:stretch>
        </p:blipFill>
        <p:spPr>
          <a:xfrm>
            <a:off x="3087422" y="10556523"/>
            <a:ext cx="11022523" cy="7864522"/>
          </a:xfrm>
          <a:prstGeom prst="rect">
            <a:avLst/>
          </a:prstGeom>
        </p:spPr>
      </p:pic>
      <p:sp>
        <p:nvSpPr>
          <p:cNvPr id="10" name="Content Placeholder 2">
            <a:extLst>
              <a:ext uri="{FF2B5EF4-FFF2-40B4-BE49-F238E27FC236}">
                <a16:creationId xmlns:a16="http://schemas.microsoft.com/office/drawing/2014/main" id="{1D89DD87-13E1-B25F-EBCC-2BC52BA4AACF}"/>
              </a:ext>
            </a:extLst>
          </p:cNvPr>
          <p:cNvSpPr>
            <a:spLocks noGrp="1"/>
          </p:cNvSpPr>
          <p:nvPr>
            <p:ph idx="11" hasCustomPrompt="1"/>
          </p:nvPr>
        </p:nvSpPr>
        <p:spPr>
          <a:xfrm>
            <a:off x="15951796" y="11141440"/>
            <a:ext cx="9273032" cy="2550828"/>
          </a:xfrm>
          <a:prstGeom prst="rect">
            <a:avLst/>
          </a:prstGeom>
        </p:spPr>
        <p:txBody>
          <a:bodyPr/>
          <a:lstStyle>
            <a:lvl1pPr marL="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1pPr>
            <a:lvl2pPr marL="9144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2pPr>
            <a:lvl3pPr marL="18288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3pPr>
            <a:lvl4pPr marL="27432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4pPr>
            <a:lvl5pPr marL="36576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5pPr>
          </a:lstStyle>
          <a:p>
            <a:pPr lvl="0"/>
            <a:r>
              <a:rPr lang="en-US"/>
              <a:t>Click to edit text styles</a:t>
            </a:r>
          </a:p>
        </p:txBody>
      </p:sp>
      <p:sp>
        <p:nvSpPr>
          <p:cNvPr id="11" name="Content Placeholder 2">
            <a:extLst>
              <a:ext uri="{FF2B5EF4-FFF2-40B4-BE49-F238E27FC236}">
                <a16:creationId xmlns:a16="http://schemas.microsoft.com/office/drawing/2014/main" id="{0B869C1B-4BC1-3F4F-4B38-F2FBE6DA6157}"/>
              </a:ext>
            </a:extLst>
          </p:cNvPr>
          <p:cNvSpPr>
            <a:spLocks noGrp="1"/>
          </p:cNvSpPr>
          <p:nvPr>
            <p:ph idx="12" hasCustomPrompt="1"/>
          </p:nvPr>
        </p:nvSpPr>
        <p:spPr>
          <a:xfrm>
            <a:off x="15951796" y="13730012"/>
            <a:ext cx="9273032" cy="2550828"/>
          </a:xfrm>
          <a:prstGeom prst="rect">
            <a:avLst/>
          </a:prstGeom>
        </p:spPr>
        <p:txBody>
          <a:bodyPr/>
          <a:lstStyle>
            <a:lvl1pPr marL="0" indent="0">
              <a:buClr>
                <a:schemeClr val="tx2"/>
              </a:buClr>
              <a:buFontTx/>
              <a:buNone/>
              <a:defRPr sz="9600" b="0">
                <a:solidFill>
                  <a:schemeClr val="bg1"/>
                </a:solidFill>
                <a:latin typeface="NVIDIA Sans" panose="020B0503020203020204" pitchFamily="34" charset="0"/>
                <a:cs typeface="NVIDIA Sans" panose="020B0503020203020204" pitchFamily="34" charset="0"/>
              </a:defRPr>
            </a:lvl1pPr>
            <a:lvl2pPr marL="9144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2pPr>
            <a:lvl3pPr marL="18288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3pPr>
            <a:lvl4pPr marL="27432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4pPr>
            <a:lvl5pPr marL="36576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5pPr>
          </a:lstStyle>
          <a:p>
            <a:pPr lvl="0"/>
            <a:r>
              <a:rPr lang="en-US"/>
              <a:t>Click to edit text styles</a:t>
            </a:r>
          </a:p>
        </p:txBody>
      </p:sp>
    </p:spTree>
    <p:extLst>
      <p:ext uri="{BB962C8B-B14F-4D97-AF65-F5344CB8AC3E}">
        <p14:creationId xmlns:p14="http://schemas.microsoft.com/office/powerpoint/2010/main" val="10394419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9537297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FIDENTIAL">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0B5A3B7-671E-C83C-D30C-891E7AC206A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B591E553-3F88-CE75-0B41-84F0FCE66A2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9" name="Content Placeholder 2">
            <a:extLst>
              <a:ext uri="{FF2B5EF4-FFF2-40B4-BE49-F238E27FC236}">
                <a16:creationId xmlns:a16="http://schemas.microsoft.com/office/drawing/2014/main" id="{D74C6155-7E24-522A-D9BC-0187CC5320D6}"/>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a:extLst>
              <a:ext uri="{FF2B5EF4-FFF2-40B4-BE49-F238E27FC236}">
                <a16:creationId xmlns:a16="http://schemas.microsoft.com/office/drawing/2014/main" id="{76E4777A-F626-7644-27B7-BFAC0B981393}"/>
              </a:ext>
            </a:extLst>
          </p:cNvPr>
          <p:cNvSpPr txBox="1"/>
          <p:nvPr userDrawn="1"/>
        </p:nvSpPr>
        <p:spPr>
          <a:xfrm>
            <a:off x="708485" y="19635786"/>
            <a:ext cx="6504666" cy="446276"/>
          </a:xfrm>
          <a:prstGeom prst="rect">
            <a:avLst/>
          </a:prstGeom>
          <a:noFill/>
        </p:spPr>
        <p:txBody>
          <a:bodyPr wrap="none" rtlCol="0">
            <a:spAutoFit/>
          </a:bodyPr>
          <a:lstStyle/>
          <a:p>
            <a:r>
              <a:rPr lang="en-US" sz="230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26554598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48F5163-CB61-79FB-F160-F5D40ECCE6F5}"/>
              </a:ext>
            </a:extLst>
          </p:cNvPr>
          <p:cNvSpPr>
            <a:spLocks noGrp="1"/>
          </p:cNvSpPr>
          <p:nvPr>
            <p:ph type="title" hasCustomPrompt="1"/>
          </p:nvPr>
        </p:nvSpPr>
        <p:spPr>
          <a:xfrm>
            <a:off x="2514600" y="0"/>
            <a:ext cx="31546800" cy="2514601"/>
          </a:xfrm>
        </p:spPr>
        <p:txBody>
          <a:bodyPr>
            <a:normAutofit/>
          </a:bodyPr>
          <a:lstStyle>
            <a:lvl1pPr>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a:t>Click To Add Title</a:t>
            </a:r>
          </a:p>
        </p:txBody>
      </p:sp>
      <p:sp>
        <p:nvSpPr>
          <p:cNvPr id="6" name="Content Placeholder 2">
            <a:extLst>
              <a:ext uri="{FF2B5EF4-FFF2-40B4-BE49-F238E27FC236}">
                <a16:creationId xmlns:a16="http://schemas.microsoft.com/office/drawing/2014/main" id="{0A4DE4CF-0F8A-C449-EB63-E6FB16955E79}"/>
              </a:ext>
            </a:extLst>
          </p:cNvPr>
          <p:cNvSpPr>
            <a:spLocks noGrp="1"/>
          </p:cNvSpPr>
          <p:nvPr>
            <p:ph idx="1" hasCustomPrompt="1"/>
          </p:nvPr>
        </p:nvSpPr>
        <p:spPr>
          <a:xfrm>
            <a:off x="2514600" y="4873752"/>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7">
            <a:extLst>
              <a:ext uri="{FF2B5EF4-FFF2-40B4-BE49-F238E27FC236}">
                <a16:creationId xmlns:a16="http://schemas.microsoft.com/office/drawing/2014/main" id="{EB67495D-7B41-2537-BC39-7393489E5BFA}"/>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8844279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FIDENTIAL_Codin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1BB3E37-708E-211E-579F-07C9AF797CE5}"/>
              </a:ext>
            </a:extLst>
          </p:cNvPr>
          <p:cNvSpPr>
            <a:spLocks noGrp="1"/>
          </p:cNvSpPr>
          <p:nvPr>
            <p:ph type="title" hasCustomPrompt="1"/>
          </p:nvPr>
        </p:nvSpPr>
        <p:spPr>
          <a:xfrm>
            <a:off x="2514600" y="0"/>
            <a:ext cx="31546800" cy="2514601"/>
          </a:xfrm>
        </p:spPr>
        <p:txBody>
          <a:bodyPr>
            <a:normAutofit/>
          </a:bodyPr>
          <a:lstStyle>
            <a:lvl1pPr>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a:t>Click To Add Title</a:t>
            </a:r>
          </a:p>
        </p:txBody>
      </p:sp>
      <p:sp>
        <p:nvSpPr>
          <p:cNvPr id="7" name="Content Placeholder 2">
            <a:extLst>
              <a:ext uri="{FF2B5EF4-FFF2-40B4-BE49-F238E27FC236}">
                <a16:creationId xmlns:a16="http://schemas.microsoft.com/office/drawing/2014/main" id="{700FC4D5-AB7A-23D7-9D7B-80DEBB4B5F29}"/>
              </a:ext>
            </a:extLst>
          </p:cNvPr>
          <p:cNvSpPr>
            <a:spLocks noGrp="1"/>
          </p:cNvSpPr>
          <p:nvPr>
            <p:ph idx="1" hasCustomPrompt="1"/>
          </p:nvPr>
        </p:nvSpPr>
        <p:spPr>
          <a:xfrm>
            <a:off x="2514600" y="4873752"/>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7">
            <a:extLst>
              <a:ext uri="{FF2B5EF4-FFF2-40B4-BE49-F238E27FC236}">
                <a16:creationId xmlns:a16="http://schemas.microsoft.com/office/drawing/2014/main" id="{E46F2B23-740A-C60D-727C-DC63D8F8D8F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10" name="TextBox 9">
            <a:extLst>
              <a:ext uri="{FF2B5EF4-FFF2-40B4-BE49-F238E27FC236}">
                <a16:creationId xmlns:a16="http://schemas.microsoft.com/office/drawing/2014/main" id="{5C9AAC10-E9F2-1A13-3A59-F02BCBD31C18}"/>
              </a:ext>
            </a:extLst>
          </p:cNvPr>
          <p:cNvSpPr txBox="1"/>
          <p:nvPr userDrawn="1"/>
        </p:nvSpPr>
        <p:spPr>
          <a:xfrm>
            <a:off x="708485" y="19635786"/>
            <a:ext cx="6504666" cy="446276"/>
          </a:xfrm>
          <a:prstGeom prst="rect">
            <a:avLst/>
          </a:prstGeom>
          <a:noFill/>
        </p:spPr>
        <p:txBody>
          <a:bodyPr wrap="none" rtlCol="0">
            <a:spAutoFit/>
          </a:bodyPr>
          <a:lstStyle/>
          <a:p>
            <a:r>
              <a:rPr lang="en-US" sz="230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36539535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D6812F5-ABE3-E984-84D2-2BCF62F7495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Text Placeholder 7">
            <a:extLst>
              <a:ext uri="{FF2B5EF4-FFF2-40B4-BE49-F238E27FC236}">
                <a16:creationId xmlns:a16="http://schemas.microsoft.com/office/drawing/2014/main" id="{C8D5FFB6-C6A8-037E-5413-097EB66C5C6C}"/>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12" name="Content Placeholder 2">
            <a:extLst>
              <a:ext uri="{FF2B5EF4-FFF2-40B4-BE49-F238E27FC236}">
                <a16:creationId xmlns:a16="http://schemas.microsoft.com/office/drawing/2014/main" id="{22EAC335-6BA5-09DF-D45A-2D1E4919D600}"/>
              </a:ext>
            </a:extLst>
          </p:cNvPr>
          <p:cNvSpPr>
            <a:spLocks noGrp="1"/>
          </p:cNvSpPr>
          <p:nvPr>
            <p:ph idx="1" hasCustomPrompt="1"/>
          </p:nvPr>
        </p:nvSpPr>
        <p:spPr>
          <a:xfrm>
            <a:off x="2514600"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587F3906-FA1F-F5DB-AEEC-275E973390EF}"/>
              </a:ext>
            </a:extLst>
          </p:cNvPr>
          <p:cNvSpPr>
            <a:spLocks noGrp="1"/>
          </p:cNvSpPr>
          <p:nvPr>
            <p:ph idx="12" hasCustomPrompt="1"/>
          </p:nvPr>
        </p:nvSpPr>
        <p:spPr>
          <a:xfrm>
            <a:off x="18845785"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80037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FIDENTIAL_Two Colum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02BC1FA-1DB5-2C7E-04B8-FED750886E98}"/>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Text Placeholder 7">
            <a:extLst>
              <a:ext uri="{FF2B5EF4-FFF2-40B4-BE49-F238E27FC236}">
                <a16:creationId xmlns:a16="http://schemas.microsoft.com/office/drawing/2014/main" id="{A2AEF98B-5FB8-3A4F-796B-DD99AF3F272A}"/>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12" name="Content Placeholder 2">
            <a:extLst>
              <a:ext uri="{FF2B5EF4-FFF2-40B4-BE49-F238E27FC236}">
                <a16:creationId xmlns:a16="http://schemas.microsoft.com/office/drawing/2014/main" id="{8251F2F2-6278-B4DF-1110-A1875E182B4B}"/>
              </a:ext>
            </a:extLst>
          </p:cNvPr>
          <p:cNvSpPr>
            <a:spLocks noGrp="1"/>
          </p:cNvSpPr>
          <p:nvPr>
            <p:ph idx="1" hasCustomPrompt="1"/>
          </p:nvPr>
        </p:nvSpPr>
        <p:spPr>
          <a:xfrm>
            <a:off x="2514600"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7B4011BA-8847-33A7-3882-701220150547}"/>
              </a:ext>
            </a:extLst>
          </p:cNvPr>
          <p:cNvSpPr>
            <a:spLocks noGrp="1"/>
          </p:cNvSpPr>
          <p:nvPr>
            <p:ph idx="12" hasCustomPrompt="1"/>
          </p:nvPr>
        </p:nvSpPr>
        <p:spPr>
          <a:xfrm>
            <a:off x="18845785"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4" name="TextBox 13">
            <a:extLst>
              <a:ext uri="{FF2B5EF4-FFF2-40B4-BE49-F238E27FC236}">
                <a16:creationId xmlns:a16="http://schemas.microsoft.com/office/drawing/2014/main" id="{4CB4AC74-E8E5-AA23-89B3-FDB8D3DEFA54}"/>
              </a:ext>
            </a:extLst>
          </p:cNvPr>
          <p:cNvSpPr txBox="1"/>
          <p:nvPr userDrawn="1"/>
        </p:nvSpPr>
        <p:spPr>
          <a:xfrm>
            <a:off x="708485" y="19635786"/>
            <a:ext cx="6504666" cy="446276"/>
          </a:xfrm>
          <a:prstGeom prst="rect">
            <a:avLst/>
          </a:prstGeom>
          <a:noFill/>
        </p:spPr>
        <p:txBody>
          <a:bodyPr wrap="none" rtlCol="0">
            <a:spAutoFit/>
          </a:bodyPr>
          <a:lstStyle/>
          <a:p>
            <a:r>
              <a:rPr lang="en-US" sz="230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29695172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Left - Text Right">
    <p:spTree>
      <p:nvGrpSpPr>
        <p:cNvPr id="1" name=""/>
        <p:cNvGrpSpPr/>
        <p:nvPr/>
      </p:nvGrpSpPr>
      <p:grpSpPr>
        <a:xfrm>
          <a:off x="0" y="0"/>
          <a:ext cx="0" cy="0"/>
          <a:chOff x="0" y="0"/>
          <a:chExt cx="0" cy="0"/>
        </a:xfrm>
      </p:grpSpPr>
      <p:sp>
        <p:nvSpPr>
          <p:cNvPr id="13" name="Picture Placeholder 5">
            <a:extLst>
              <a:ext uri="{FF2B5EF4-FFF2-40B4-BE49-F238E27FC236}">
                <a16:creationId xmlns:a16="http://schemas.microsoft.com/office/drawing/2014/main" id="{9ECDE791-270C-BF8C-81C1-76A0831C1A19}"/>
              </a:ext>
            </a:extLst>
          </p:cNvPr>
          <p:cNvSpPr>
            <a:spLocks noGrp="1"/>
          </p:cNvSpPr>
          <p:nvPr>
            <p:ph type="pic" sz="quarter" idx="12"/>
          </p:nvPr>
        </p:nvSpPr>
        <p:spPr>
          <a:xfrm>
            <a:off x="0"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14" name="Title 1">
            <a:extLst>
              <a:ext uri="{FF2B5EF4-FFF2-40B4-BE49-F238E27FC236}">
                <a16:creationId xmlns:a16="http://schemas.microsoft.com/office/drawing/2014/main" id="{B145783C-AD8B-1C6E-6189-2C6A7ED49ED5}"/>
              </a:ext>
            </a:extLst>
          </p:cNvPr>
          <p:cNvSpPr>
            <a:spLocks noGrp="1"/>
          </p:cNvSpPr>
          <p:nvPr>
            <p:ph type="title" hasCustomPrompt="1"/>
          </p:nvPr>
        </p:nvSpPr>
        <p:spPr>
          <a:xfrm>
            <a:off x="19129248" y="302065"/>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5" name="Content Placeholder 2">
            <a:extLst>
              <a:ext uri="{FF2B5EF4-FFF2-40B4-BE49-F238E27FC236}">
                <a16:creationId xmlns:a16="http://schemas.microsoft.com/office/drawing/2014/main" id="{27C7C90A-73D6-E171-33CA-4E89BA293C60}"/>
              </a:ext>
            </a:extLst>
          </p:cNvPr>
          <p:cNvSpPr>
            <a:spLocks noGrp="1"/>
          </p:cNvSpPr>
          <p:nvPr>
            <p:ph idx="1" hasCustomPrompt="1"/>
          </p:nvPr>
        </p:nvSpPr>
        <p:spPr>
          <a:xfrm>
            <a:off x="19129248"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7">
            <a:extLst>
              <a:ext uri="{FF2B5EF4-FFF2-40B4-BE49-F238E27FC236}">
                <a16:creationId xmlns:a16="http://schemas.microsoft.com/office/drawing/2014/main" id="{293474C4-48DE-3777-A7E6-66A14FC6BB37}"/>
              </a:ext>
            </a:extLst>
          </p:cNvPr>
          <p:cNvSpPr>
            <a:spLocks noGrp="1"/>
          </p:cNvSpPr>
          <p:nvPr>
            <p:ph type="body" sz="quarter" idx="10" hasCustomPrompt="1"/>
          </p:nvPr>
        </p:nvSpPr>
        <p:spPr>
          <a:xfrm>
            <a:off x="19129248"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edit text styles</a:t>
            </a:r>
          </a:p>
        </p:txBody>
      </p:sp>
      <p:cxnSp>
        <p:nvCxnSpPr>
          <p:cNvPr id="17" name="Straight Connector 16">
            <a:extLst>
              <a:ext uri="{FF2B5EF4-FFF2-40B4-BE49-F238E27FC236}">
                <a16:creationId xmlns:a16="http://schemas.microsoft.com/office/drawing/2014/main" id="{71FA87B4-E089-FC07-89C2-EA0620853B79}"/>
              </a:ext>
            </a:extLst>
          </p:cNvPr>
          <p:cNvCxnSpPr>
            <a:cxnSpLocks/>
          </p:cNvCxnSpPr>
          <p:nvPr userDrawn="1"/>
        </p:nvCxnSpPr>
        <p:spPr>
          <a:xfrm>
            <a:off x="16413162" y="5693228"/>
            <a:ext cx="17282478"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49413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Left - Text Right NO SUBTITLE">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0F02E9B9-4BF5-6080-A68D-577B3CFA3984}"/>
              </a:ext>
            </a:extLst>
          </p:cNvPr>
          <p:cNvSpPr>
            <a:spLocks noGrp="1"/>
          </p:cNvSpPr>
          <p:nvPr>
            <p:ph idx="1" hasCustomPrompt="1"/>
          </p:nvPr>
        </p:nvSpPr>
        <p:spPr>
          <a:xfrm>
            <a:off x="19129248"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18D73545-7C20-075B-2C1C-DF7F4214DAD6}"/>
              </a:ext>
            </a:extLst>
          </p:cNvPr>
          <p:cNvCxnSpPr>
            <a:cxnSpLocks/>
          </p:cNvCxnSpPr>
          <p:nvPr userDrawn="1"/>
        </p:nvCxnSpPr>
        <p:spPr>
          <a:xfrm>
            <a:off x="16413162" y="5693228"/>
            <a:ext cx="17282478"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CA42E39E-F558-16B2-B1CE-93D204E3455A}"/>
              </a:ext>
            </a:extLst>
          </p:cNvPr>
          <p:cNvSpPr>
            <a:spLocks noGrp="1"/>
          </p:cNvSpPr>
          <p:nvPr>
            <p:ph type="title" hasCustomPrompt="1"/>
          </p:nvPr>
        </p:nvSpPr>
        <p:spPr>
          <a:xfrm>
            <a:off x="19129248" y="1218776"/>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6" name="Picture Placeholder 5">
            <a:extLst>
              <a:ext uri="{FF2B5EF4-FFF2-40B4-BE49-F238E27FC236}">
                <a16:creationId xmlns:a16="http://schemas.microsoft.com/office/drawing/2014/main" id="{E16075D2-4650-7EB1-4F7E-447F77C06521}"/>
              </a:ext>
            </a:extLst>
          </p:cNvPr>
          <p:cNvSpPr>
            <a:spLocks noGrp="1"/>
          </p:cNvSpPr>
          <p:nvPr>
            <p:ph type="pic" sz="quarter" idx="12"/>
          </p:nvPr>
        </p:nvSpPr>
        <p:spPr>
          <a:xfrm>
            <a:off x="0"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6902474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Right - Text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8B60F29-EAFD-D95F-11A7-522A796CA55D}"/>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7" name="Picture Placeholder 5">
            <a:extLst>
              <a:ext uri="{FF2B5EF4-FFF2-40B4-BE49-F238E27FC236}">
                <a16:creationId xmlns:a16="http://schemas.microsoft.com/office/drawing/2014/main" id="{EF5E0159-2062-54D4-B444-4F04EED230CD}"/>
              </a:ext>
            </a:extLst>
          </p:cNvPr>
          <p:cNvSpPr>
            <a:spLocks noGrp="1"/>
          </p:cNvSpPr>
          <p:nvPr>
            <p:ph type="pic" sz="quarter" idx="13"/>
          </p:nvPr>
        </p:nvSpPr>
        <p:spPr>
          <a:xfrm>
            <a:off x="20162837"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10" name="Title 1">
            <a:extLst>
              <a:ext uri="{FF2B5EF4-FFF2-40B4-BE49-F238E27FC236}">
                <a16:creationId xmlns:a16="http://schemas.microsoft.com/office/drawing/2014/main" id="{51A7D3A0-47E2-AF7B-E89C-6F90C67A8992}"/>
              </a:ext>
            </a:extLst>
          </p:cNvPr>
          <p:cNvSpPr>
            <a:spLocks noGrp="1"/>
          </p:cNvSpPr>
          <p:nvPr>
            <p:ph type="title" hasCustomPrompt="1"/>
          </p:nvPr>
        </p:nvSpPr>
        <p:spPr>
          <a:xfrm>
            <a:off x="2596896" y="302065"/>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Content Placeholder 2">
            <a:extLst>
              <a:ext uri="{FF2B5EF4-FFF2-40B4-BE49-F238E27FC236}">
                <a16:creationId xmlns:a16="http://schemas.microsoft.com/office/drawing/2014/main" id="{67F9A406-CE29-3A8D-BC16-6BD86203C8EA}"/>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26CCF06A-1AE0-649C-7FD4-A4AD4CCADDBA}"/>
              </a:ext>
            </a:extLst>
          </p:cNvPr>
          <p:cNvSpPr>
            <a:spLocks noGrp="1"/>
          </p:cNvSpPr>
          <p:nvPr>
            <p:ph type="body" sz="quarter" idx="10" hasCustomPrompt="1"/>
          </p:nvPr>
        </p:nvSpPr>
        <p:spPr>
          <a:xfrm>
            <a:off x="2596896"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edit text styles</a:t>
            </a:r>
          </a:p>
        </p:txBody>
      </p:sp>
      <p:grpSp>
        <p:nvGrpSpPr>
          <p:cNvPr id="8" name="Group 7">
            <a:extLst>
              <a:ext uri="{FF2B5EF4-FFF2-40B4-BE49-F238E27FC236}">
                <a16:creationId xmlns:a16="http://schemas.microsoft.com/office/drawing/2014/main" id="{9028BF97-25AA-1462-7737-C9F688962248}"/>
              </a:ext>
            </a:extLst>
          </p:cNvPr>
          <p:cNvGrpSpPr/>
          <p:nvPr userDrawn="1"/>
        </p:nvGrpSpPr>
        <p:grpSpPr>
          <a:xfrm>
            <a:off x="0" y="19504414"/>
            <a:ext cx="2330569" cy="1082936"/>
            <a:chOff x="0" y="19504414"/>
            <a:chExt cx="2330569" cy="1082936"/>
          </a:xfrm>
        </p:grpSpPr>
        <p:sp>
          <p:nvSpPr>
            <p:cNvPr id="14" name="Rectangle 13">
              <a:extLst>
                <a:ext uri="{FF2B5EF4-FFF2-40B4-BE49-F238E27FC236}">
                  <a16:creationId xmlns:a16="http://schemas.microsoft.com/office/drawing/2014/main" id="{7DE7F96C-8641-759A-C4B4-91D493A323B7}"/>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D2AD3A61-7583-56FE-D581-B662F99B0A3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6" name="Straight Connector 15">
            <a:extLst>
              <a:ext uri="{FF2B5EF4-FFF2-40B4-BE49-F238E27FC236}">
                <a16:creationId xmlns:a16="http://schemas.microsoft.com/office/drawing/2014/main" id="{8B55D1BC-2F32-1320-2F7E-E97C10EFE149}"/>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27582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DING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23CD4AC-6599-9139-48AD-37DCAEFC9C0F}"/>
              </a:ext>
            </a:extLst>
          </p:cNvPr>
          <p:cNvSpPr/>
          <p:nvPr userDrawn="1"/>
        </p:nvSpPr>
        <p:spPr>
          <a:xfrm>
            <a:off x="32689800" y="18333715"/>
            <a:ext cx="3886200" cy="224028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0" name="Title 1">
            <a:extLst>
              <a:ext uri="{FF2B5EF4-FFF2-40B4-BE49-F238E27FC236}">
                <a16:creationId xmlns:a16="http://schemas.microsoft.com/office/drawing/2014/main" id="{AF8CE70B-4A73-2CDA-4106-8F959E357877}"/>
              </a:ext>
            </a:extLst>
          </p:cNvPr>
          <p:cNvSpPr>
            <a:spLocks noGrp="1"/>
          </p:cNvSpPr>
          <p:nvPr>
            <p:ph type="title" hasCustomPrompt="1"/>
          </p:nvPr>
        </p:nvSpPr>
        <p:spPr>
          <a:xfrm>
            <a:off x="2596896" y="302065"/>
            <a:ext cx="14639544" cy="3365695"/>
          </a:xfrm>
        </p:spPr>
        <p:txBody>
          <a:bodyPr>
            <a:normAutofit/>
          </a:bodyPr>
          <a:lstStyle>
            <a:lvl1pPr algn="l">
              <a:spcBef>
                <a:spcPts val="600"/>
              </a:spcBef>
              <a:spcAft>
                <a:spcPts val="600"/>
              </a:spcAft>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a:t>Click To Add Title</a:t>
            </a:r>
          </a:p>
        </p:txBody>
      </p:sp>
      <p:sp>
        <p:nvSpPr>
          <p:cNvPr id="11" name="Content Placeholder 2">
            <a:extLst>
              <a:ext uri="{FF2B5EF4-FFF2-40B4-BE49-F238E27FC236}">
                <a16:creationId xmlns:a16="http://schemas.microsoft.com/office/drawing/2014/main" id="{65303E50-8A83-54D2-8D06-1904385F2BC8}"/>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21B69A0B-9760-28C1-5DE8-5EE814EF5249}"/>
              </a:ext>
            </a:extLst>
          </p:cNvPr>
          <p:cNvSpPr>
            <a:spLocks noGrp="1"/>
          </p:cNvSpPr>
          <p:nvPr>
            <p:ph type="body" sz="quarter" idx="10" hasCustomPrompt="1"/>
          </p:nvPr>
        </p:nvSpPr>
        <p:spPr>
          <a:xfrm>
            <a:off x="2596896"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edit text styles</a:t>
            </a:r>
          </a:p>
        </p:txBody>
      </p:sp>
      <p:sp>
        <p:nvSpPr>
          <p:cNvPr id="14" name="Rectangle 13">
            <a:extLst>
              <a:ext uri="{FF2B5EF4-FFF2-40B4-BE49-F238E27FC236}">
                <a16:creationId xmlns:a16="http://schemas.microsoft.com/office/drawing/2014/main" id="{6265C1B2-04C0-DFB7-6EBD-AB040BF7DEFF}"/>
              </a:ext>
            </a:extLst>
          </p:cNvPr>
          <p:cNvSpPr/>
          <p:nvPr userDrawn="1"/>
        </p:nvSpPr>
        <p:spPr>
          <a:xfrm>
            <a:off x="20162837" y="0"/>
            <a:ext cx="16413163" cy="20573998"/>
          </a:xfrm>
          <a:prstGeom prst="rect">
            <a:avLst/>
          </a:prstGeom>
          <a:solidFill>
            <a:schemeClr val="tx1">
              <a:lumMod val="95000"/>
            </a:schemeClr>
          </a:solidFill>
          <a:ln w="9525">
            <a:noFill/>
          </a:ln>
        </p:spPr>
        <p:txBody>
          <a:bodyPr tIns="2194560" anchor="ctr"/>
          <a:lstStyle/>
          <a:p>
            <a:pPr lvl="0" indent="0" algn="ctr" defTabSz="2743200">
              <a:lnSpc>
                <a:spcPct val="90000"/>
              </a:lnSpc>
              <a:spcBef>
                <a:spcPts val="3000"/>
              </a:spcBef>
              <a:buFontTx/>
              <a:buNone/>
            </a:pPr>
            <a:endParaRPr lang="en-US" sz="4000" err="1">
              <a:solidFill>
                <a:schemeClr val="bg2"/>
              </a:solidFill>
              <a:latin typeface="NVIDIA Sans" panose="020B0503020203020204" pitchFamily="34" charset="0"/>
            </a:endParaRPr>
          </a:p>
        </p:txBody>
      </p:sp>
      <p:grpSp>
        <p:nvGrpSpPr>
          <p:cNvPr id="8" name="Group 7">
            <a:extLst>
              <a:ext uri="{FF2B5EF4-FFF2-40B4-BE49-F238E27FC236}">
                <a16:creationId xmlns:a16="http://schemas.microsoft.com/office/drawing/2014/main" id="{51C472DC-2279-F186-008D-6EC9A40B3DCA}"/>
              </a:ext>
            </a:extLst>
          </p:cNvPr>
          <p:cNvGrpSpPr/>
          <p:nvPr userDrawn="1"/>
        </p:nvGrpSpPr>
        <p:grpSpPr>
          <a:xfrm>
            <a:off x="0" y="19504414"/>
            <a:ext cx="2330569" cy="1082936"/>
            <a:chOff x="0" y="19504414"/>
            <a:chExt cx="2330569" cy="1082936"/>
          </a:xfrm>
        </p:grpSpPr>
        <p:sp>
          <p:nvSpPr>
            <p:cNvPr id="9" name="Rectangle 8">
              <a:extLst>
                <a:ext uri="{FF2B5EF4-FFF2-40B4-BE49-F238E27FC236}">
                  <a16:creationId xmlns:a16="http://schemas.microsoft.com/office/drawing/2014/main" id="{9DF31711-1359-3AFC-3118-FB20395A8CC3}"/>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0C69E3B1-A791-DCBA-5395-FDEBE9D699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6" name="Straight Connector 15">
            <a:extLst>
              <a:ext uri="{FF2B5EF4-FFF2-40B4-BE49-F238E27FC236}">
                <a16:creationId xmlns:a16="http://schemas.microsoft.com/office/drawing/2014/main" id="{2EDC2502-4915-5E9A-D92C-046E02303113}"/>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16982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Left NO SUBTITLE - Image R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B94EE8E-8499-E649-9D65-52E13C0DE2CB}"/>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0" name="Title 1">
            <a:extLst>
              <a:ext uri="{FF2B5EF4-FFF2-40B4-BE49-F238E27FC236}">
                <a16:creationId xmlns:a16="http://schemas.microsoft.com/office/drawing/2014/main" id="{D9224051-F6A0-1C68-72F2-09CC08062F0A}"/>
              </a:ext>
            </a:extLst>
          </p:cNvPr>
          <p:cNvSpPr>
            <a:spLocks noGrp="1"/>
          </p:cNvSpPr>
          <p:nvPr>
            <p:ph type="title" hasCustomPrompt="1"/>
          </p:nvPr>
        </p:nvSpPr>
        <p:spPr>
          <a:xfrm>
            <a:off x="2596896" y="1218776"/>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Content Placeholder 2">
            <a:extLst>
              <a:ext uri="{FF2B5EF4-FFF2-40B4-BE49-F238E27FC236}">
                <a16:creationId xmlns:a16="http://schemas.microsoft.com/office/drawing/2014/main" id="{63684755-C5FC-AC50-65BB-81DB0D4B45CB}"/>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grpSp>
        <p:nvGrpSpPr>
          <p:cNvPr id="7" name="Group 6">
            <a:extLst>
              <a:ext uri="{FF2B5EF4-FFF2-40B4-BE49-F238E27FC236}">
                <a16:creationId xmlns:a16="http://schemas.microsoft.com/office/drawing/2014/main" id="{A3C3B833-0169-9942-0C34-3173DDB88C15}"/>
              </a:ext>
            </a:extLst>
          </p:cNvPr>
          <p:cNvGrpSpPr/>
          <p:nvPr userDrawn="1"/>
        </p:nvGrpSpPr>
        <p:grpSpPr>
          <a:xfrm>
            <a:off x="0" y="19504414"/>
            <a:ext cx="2330569" cy="1082936"/>
            <a:chOff x="0" y="19504414"/>
            <a:chExt cx="2330569" cy="1082936"/>
          </a:xfrm>
        </p:grpSpPr>
        <p:sp>
          <p:nvSpPr>
            <p:cNvPr id="8" name="Rectangle 7">
              <a:extLst>
                <a:ext uri="{FF2B5EF4-FFF2-40B4-BE49-F238E27FC236}">
                  <a16:creationId xmlns:a16="http://schemas.microsoft.com/office/drawing/2014/main" id="{D2A304D4-014C-60EE-E0A3-7A7D03BDE871}"/>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3" name="Picture 12" descr="A picture containing shape&#10;&#10;Description automatically generated">
              <a:extLst>
                <a:ext uri="{FF2B5EF4-FFF2-40B4-BE49-F238E27FC236}">
                  <a16:creationId xmlns:a16="http://schemas.microsoft.com/office/drawing/2014/main" id="{56AC6FBB-55BD-E1DC-D634-E645384BD9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4" name="Straight Connector 13">
            <a:extLst>
              <a:ext uri="{FF2B5EF4-FFF2-40B4-BE49-F238E27FC236}">
                <a16:creationId xmlns:a16="http://schemas.microsoft.com/office/drawing/2014/main" id="{9303C766-949A-7CC3-8AB3-538B5C8F7C60}"/>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5" name="Picture Placeholder 5">
            <a:extLst>
              <a:ext uri="{FF2B5EF4-FFF2-40B4-BE49-F238E27FC236}">
                <a16:creationId xmlns:a16="http://schemas.microsoft.com/office/drawing/2014/main" id="{54F47D23-438F-22E0-F300-A852BA1BDCAE}"/>
              </a:ext>
            </a:extLst>
          </p:cNvPr>
          <p:cNvSpPr>
            <a:spLocks noGrp="1"/>
          </p:cNvSpPr>
          <p:nvPr>
            <p:ph type="pic" sz="quarter" idx="12"/>
          </p:nvPr>
        </p:nvSpPr>
        <p:spPr>
          <a:xfrm>
            <a:off x="20162837"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37766566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Left TITLE ONLY - Image Righ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8F6DF6B-AA28-1E18-7D69-34A1E206799E}"/>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1" name="Picture Placeholder 5">
            <a:extLst>
              <a:ext uri="{FF2B5EF4-FFF2-40B4-BE49-F238E27FC236}">
                <a16:creationId xmlns:a16="http://schemas.microsoft.com/office/drawing/2014/main" id="{DF8B1F53-1589-33D7-3C32-077E788C6245}"/>
              </a:ext>
            </a:extLst>
          </p:cNvPr>
          <p:cNvSpPr>
            <a:spLocks noGrp="1"/>
          </p:cNvSpPr>
          <p:nvPr>
            <p:ph type="pic" sz="quarter" idx="13"/>
          </p:nvPr>
        </p:nvSpPr>
        <p:spPr>
          <a:xfrm>
            <a:off x="16422623" y="0"/>
            <a:ext cx="20153377"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9" name="Title 1">
            <a:extLst>
              <a:ext uri="{FF2B5EF4-FFF2-40B4-BE49-F238E27FC236}">
                <a16:creationId xmlns:a16="http://schemas.microsoft.com/office/drawing/2014/main" id="{10F4C1EF-D7E4-3702-6092-EFE862FFBFEA}"/>
              </a:ext>
            </a:extLst>
          </p:cNvPr>
          <p:cNvSpPr>
            <a:spLocks noGrp="1"/>
          </p:cNvSpPr>
          <p:nvPr>
            <p:ph type="title" hasCustomPrompt="1"/>
          </p:nvPr>
        </p:nvSpPr>
        <p:spPr>
          <a:xfrm>
            <a:off x="2596896" y="8604153"/>
            <a:ext cx="12179806" cy="3365695"/>
          </a:xfrm>
        </p:spPr>
        <p:txBody>
          <a:bodyPr anchor="ct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grpSp>
        <p:nvGrpSpPr>
          <p:cNvPr id="6" name="Group 5">
            <a:extLst>
              <a:ext uri="{FF2B5EF4-FFF2-40B4-BE49-F238E27FC236}">
                <a16:creationId xmlns:a16="http://schemas.microsoft.com/office/drawing/2014/main" id="{5E137DE7-1D7A-32A3-A88D-722BA52766C9}"/>
              </a:ext>
            </a:extLst>
          </p:cNvPr>
          <p:cNvGrpSpPr/>
          <p:nvPr userDrawn="1"/>
        </p:nvGrpSpPr>
        <p:grpSpPr>
          <a:xfrm>
            <a:off x="0" y="19504414"/>
            <a:ext cx="2330569" cy="1082936"/>
            <a:chOff x="0" y="19504414"/>
            <a:chExt cx="2330569" cy="1082936"/>
          </a:xfrm>
        </p:grpSpPr>
        <p:sp>
          <p:nvSpPr>
            <p:cNvPr id="7" name="Rectangle 6">
              <a:extLst>
                <a:ext uri="{FF2B5EF4-FFF2-40B4-BE49-F238E27FC236}">
                  <a16:creationId xmlns:a16="http://schemas.microsoft.com/office/drawing/2014/main" id="{9907B295-1243-2BBD-AC77-7002AC68B56D}"/>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0" name="Picture 9" descr="A picture containing shape&#10;&#10;Description automatically generated">
              <a:extLst>
                <a:ext uri="{FF2B5EF4-FFF2-40B4-BE49-F238E27FC236}">
                  <a16:creationId xmlns:a16="http://schemas.microsoft.com/office/drawing/2014/main" id="{9F124724-C9CF-DF8A-9FE0-CE1C65F9B0D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spTree>
    <p:extLst>
      <p:ext uri="{BB962C8B-B14F-4D97-AF65-F5344CB8AC3E}">
        <p14:creationId xmlns:p14="http://schemas.microsoft.com/office/powerpoint/2010/main" val="32723257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Left NO BULLETS - Image Right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C5DADC-C505-F594-3ED9-E07FA6C3859F}"/>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1" name="Title 1">
            <a:extLst>
              <a:ext uri="{FF2B5EF4-FFF2-40B4-BE49-F238E27FC236}">
                <a16:creationId xmlns:a16="http://schemas.microsoft.com/office/drawing/2014/main" id="{A21B97FD-6C93-BC60-D63A-B88F2C3C2374}"/>
              </a:ext>
            </a:extLst>
          </p:cNvPr>
          <p:cNvSpPr>
            <a:spLocks noGrp="1"/>
          </p:cNvSpPr>
          <p:nvPr>
            <p:ph type="title" hasCustomPrompt="1"/>
          </p:nvPr>
        </p:nvSpPr>
        <p:spPr>
          <a:xfrm>
            <a:off x="2596896" y="6829593"/>
            <a:ext cx="12143232" cy="3365695"/>
          </a:xfrm>
        </p:spPr>
        <p:txBody>
          <a:bodyPr anchor="b">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2" name="Text Placeholder 7">
            <a:extLst>
              <a:ext uri="{FF2B5EF4-FFF2-40B4-BE49-F238E27FC236}">
                <a16:creationId xmlns:a16="http://schemas.microsoft.com/office/drawing/2014/main" id="{9BB0DECC-5F4B-7918-876B-2BF2EA6527D5}"/>
              </a:ext>
            </a:extLst>
          </p:cNvPr>
          <p:cNvSpPr>
            <a:spLocks noGrp="1"/>
          </p:cNvSpPr>
          <p:nvPr>
            <p:ph type="body" sz="quarter" idx="10" hasCustomPrompt="1"/>
          </p:nvPr>
        </p:nvSpPr>
        <p:spPr>
          <a:xfrm>
            <a:off x="2596896" y="10283120"/>
            <a:ext cx="12143232"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edit text styles</a:t>
            </a:r>
          </a:p>
        </p:txBody>
      </p:sp>
      <p:grpSp>
        <p:nvGrpSpPr>
          <p:cNvPr id="2" name="Group 1">
            <a:extLst>
              <a:ext uri="{FF2B5EF4-FFF2-40B4-BE49-F238E27FC236}">
                <a16:creationId xmlns:a16="http://schemas.microsoft.com/office/drawing/2014/main" id="{34FD8965-93AC-C44D-A13A-AA1A59E48E89}"/>
              </a:ext>
            </a:extLst>
          </p:cNvPr>
          <p:cNvGrpSpPr/>
          <p:nvPr userDrawn="1"/>
        </p:nvGrpSpPr>
        <p:grpSpPr>
          <a:xfrm>
            <a:off x="0" y="19504414"/>
            <a:ext cx="2330569" cy="1082936"/>
            <a:chOff x="0" y="19504414"/>
            <a:chExt cx="2330569" cy="1082936"/>
          </a:xfrm>
        </p:grpSpPr>
        <p:sp>
          <p:nvSpPr>
            <p:cNvPr id="8" name="Rectangle 7">
              <a:extLst>
                <a:ext uri="{FF2B5EF4-FFF2-40B4-BE49-F238E27FC236}">
                  <a16:creationId xmlns:a16="http://schemas.microsoft.com/office/drawing/2014/main" id="{8376025B-4D61-0E71-7F02-BE092B8B6E56}"/>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3868D588-6D8B-CDEB-A2E0-D376E5C6CE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sp>
        <p:nvSpPr>
          <p:cNvPr id="16" name="Picture Placeholder 5">
            <a:extLst>
              <a:ext uri="{FF2B5EF4-FFF2-40B4-BE49-F238E27FC236}">
                <a16:creationId xmlns:a16="http://schemas.microsoft.com/office/drawing/2014/main" id="{822DB8DA-38BC-95A4-39B5-5464378B460A}"/>
              </a:ext>
            </a:extLst>
          </p:cNvPr>
          <p:cNvSpPr>
            <a:spLocks noGrp="1"/>
          </p:cNvSpPr>
          <p:nvPr>
            <p:ph type="pic" sz="quarter" idx="13"/>
          </p:nvPr>
        </p:nvSpPr>
        <p:spPr>
          <a:xfrm>
            <a:off x="16422623" y="0"/>
            <a:ext cx="20153377"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33973685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Layout">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6FA34CC3-F5EE-3A8A-AA13-FC23B233BCFE}"/>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20" name="Text Placeholder 7">
            <a:extLst>
              <a:ext uri="{FF2B5EF4-FFF2-40B4-BE49-F238E27FC236}">
                <a16:creationId xmlns:a16="http://schemas.microsoft.com/office/drawing/2014/main" id="{1A682B68-3659-B898-36D3-E447501FB6EE}"/>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21" name="Picture Placeholder 2">
            <a:extLst>
              <a:ext uri="{FF2B5EF4-FFF2-40B4-BE49-F238E27FC236}">
                <a16:creationId xmlns:a16="http://schemas.microsoft.com/office/drawing/2014/main" id="{359F3285-DAE4-EEAA-1022-7AE1DD168FD5}"/>
              </a:ext>
            </a:extLst>
          </p:cNvPr>
          <p:cNvSpPr>
            <a:spLocks noGrp="1"/>
          </p:cNvSpPr>
          <p:nvPr>
            <p:ph type="pic" sz="quarter" idx="41"/>
          </p:nvPr>
        </p:nvSpPr>
        <p:spPr>
          <a:xfrm>
            <a:off x="6062650" y="4849813"/>
            <a:ext cx="24450701"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2" name="Text Placeholder 7">
            <a:extLst>
              <a:ext uri="{FF2B5EF4-FFF2-40B4-BE49-F238E27FC236}">
                <a16:creationId xmlns:a16="http://schemas.microsoft.com/office/drawing/2014/main" id="{3ACFA6DD-1412-CA3C-15F4-ED8AD6B2B859}"/>
              </a:ext>
            </a:extLst>
          </p:cNvPr>
          <p:cNvSpPr>
            <a:spLocks noGrp="1"/>
          </p:cNvSpPr>
          <p:nvPr>
            <p:ph type="body" sz="quarter" idx="71" hasCustomPrompt="1"/>
          </p:nvPr>
        </p:nvSpPr>
        <p:spPr>
          <a:xfrm>
            <a:off x="6062650" y="17063961"/>
            <a:ext cx="2445070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3" name="Text Placeholder 7">
            <a:extLst>
              <a:ext uri="{FF2B5EF4-FFF2-40B4-BE49-F238E27FC236}">
                <a16:creationId xmlns:a16="http://schemas.microsoft.com/office/drawing/2014/main" id="{A36BBB72-064F-A97E-FE2D-2916C4D3DAF2}"/>
              </a:ext>
            </a:extLst>
          </p:cNvPr>
          <p:cNvSpPr>
            <a:spLocks noGrp="1"/>
          </p:cNvSpPr>
          <p:nvPr>
            <p:ph type="body" sz="quarter" idx="72" hasCustomPrompt="1"/>
          </p:nvPr>
        </p:nvSpPr>
        <p:spPr>
          <a:xfrm>
            <a:off x="6062650" y="17751568"/>
            <a:ext cx="2445070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9306810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w/ Text">
    <p:spTree>
      <p:nvGrpSpPr>
        <p:cNvPr id="1" name=""/>
        <p:cNvGrpSpPr/>
        <p:nvPr/>
      </p:nvGrpSpPr>
      <p:grpSpPr>
        <a:xfrm>
          <a:off x="0" y="0"/>
          <a:ext cx="0" cy="0"/>
          <a:chOff x="0" y="0"/>
          <a:chExt cx="0" cy="0"/>
        </a:xfrm>
      </p:grpSpPr>
      <p:sp>
        <p:nvSpPr>
          <p:cNvPr id="19" name="Content Placeholder 2">
            <a:extLst>
              <a:ext uri="{FF2B5EF4-FFF2-40B4-BE49-F238E27FC236}">
                <a16:creationId xmlns:a16="http://schemas.microsoft.com/office/drawing/2014/main" id="{9904B512-77C9-3A9F-0589-67D0C765FDC0}"/>
              </a:ext>
            </a:extLst>
          </p:cNvPr>
          <p:cNvSpPr>
            <a:spLocks noGrp="1"/>
          </p:cNvSpPr>
          <p:nvPr>
            <p:ph idx="31" hasCustomPrompt="1"/>
          </p:nvPr>
        </p:nvSpPr>
        <p:spPr>
          <a:xfrm>
            <a:off x="19354800" y="6919968"/>
            <a:ext cx="15583596"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0" name="Picture Placeholder 2">
            <a:extLst>
              <a:ext uri="{FF2B5EF4-FFF2-40B4-BE49-F238E27FC236}">
                <a16:creationId xmlns:a16="http://schemas.microsoft.com/office/drawing/2014/main" id="{FC8AA277-6DD1-2CCF-12CD-C2AD75B0A14F}"/>
              </a:ext>
            </a:extLst>
          </p:cNvPr>
          <p:cNvSpPr>
            <a:spLocks noGrp="1"/>
          </p:cNvSpPr>
          <p:nvPr>
            <p:ph type="pic" sz="quarter" idx="11"/>
          </p:nvPr>
        </p:nvSpPr>
        <p:spPr>
          <a:xfrm>
            <a:off x="1637604"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1" name="Text Placeholder 7">
            <a:extLst>
              <a:ext uri="{FF2B5EF4-FFF2-40B4-BE49-F238E27FC236}">
                <a16:creationId xmlns:a16="http://schemas.microsoft.com/office/drawing/2014/main" id="{4DD79B1E-BCCA-42A9-FF20-7B376772A569}"/>
              </a:ext>
            </a:extLst>
          </p:cNvPr>
          <p:cNvSpPr>
            <a:spLocks noGrp="1"/>
          </p:cNvSpPr>
          <p:nvPr>
            <p:ph type="body" sz="quarter" idx="71" hasCustomPrompt="1"/>
          </p:nvPr>
        </p:nvSpPr>
        <p:spPr>
          <a:xfrm>
            <a:off x="1637604" y="17063961"/>
            <a:ext cx="16345595"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2" name="Text Placeholder 7">
            <a:extLst>
              <a:ext uri="{FF2B5EF4-FFF2-40B4-BE49-F238E27FC236}">
                <a16:creationId xmlns:a16="http://schemas.microsoft.com/office/drawing/2014/main" id="{38FAA03E-2924-5648-AA06-0B8C894A49DD}"/>
              </a:ext>
            </a:extLst>
          </p:cNvPr>
          <p:cNvSpPr>
            <a:spLocks noGrp="1"/>
          </p:cNvSpPr>
          <p:nvPr>
            <p:ph type="body" sz="quarter" idx="72" hasCustomPrompt="1"/>
          </p:nvPr>
        </p:nvSpPr>
        <p:spPr>
          <a:xfrm>
            <a:off x="1637604" y="17751568"/>
            <a:ext cx="16345595"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3" name="Title 1">
            <a:extLst>
              <a:ext uri="{FF2B5EF4-FFF2-40B4-BE49-F238E27FC236}">
                <a16:creationId xmlns:a16="http://schemas.microsoft.com/office/drawing/2014/main" id="{A4A33F69-6DBC-F1DB-EAD6-D5B9002DFD19}"/>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30" name="Text Placeholder 7">
            <a:extLst>
              <a:ext uri="{FF2B5EF4-FFF2-40B4-BE49-F238E27FC236}">
                <a16:creationId xmlns:a16="http://schemas.microsoft.com/office/drawing/2014/main" id="{0430B97A-31FA-023E-3290-2B9B63D00591}"/>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42829533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up Imag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9BBA88D4-0997-C5B9-36CF-9B1633F8B55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8" name="Text Placeholder 7">
            <a:extLst>
              <a:ext uri="{FF2B5EF4-FFF2-40B4-BE49-F238E27FC236}">
                <a16:creationId xmlns:a16="http://schemas.microsoft.com/office/drawing/2014/main" id="{CE739272-8253-AD42-BD05-8F666D49821D}"/>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20" name="Picture Placeholder 2">
            <a:extLst>
              <a:ext uri="{FF2B5EF4-FFF2-40B4-BE49-F238E27FC236}">
                <a16:creationId xmlns:a16="http://schemas.microsoft.com/office/drawing/2014/main" id="{278AB0E9-F286-1C40-1AD6-B85103B0AF6E}"/>
              </a:ext>
            </a:extLst>
          </p:cNvPr>
          <p:cNvSpPr>
            <a:spLocks noGrp="1"/>
          </p:cNvSpPr>
          <p:nvPr>
            <p:ph type="pic" sz="quarter" idx="11"/>
          </p:nvPr>
        </p:nvSpPr>
        <p:spPr>
          <a:xfrm>
            <a:off x="1637604"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1" name="Picture Placeholder 2">
            <a:extLst>
              <a:ext uri="{FF2B5EF4-FFF2-40B4-BE49-F238E27FC236}">
                <a16:creationId xmlns:a16="http://schemas.microsoft.com/office/drawing/2014/main" id="{1FC3074C-54D1-DCE0-426E-97BA7CD58B85}"/>
              </a:ext>
            </a:extLst>
          </p:cNvPr>
          <p:cNvSpPr>
            <a:spLocks noGrp="1"/>
          </p:cNvSpPr>
          <p:nvPr>
            <p:ph type="pic" sz="quarter" idx="31"/>
          </p:nvPr>
        </p:nvSpPr>
        <p:spPr>
          <a:xfrm>
            <a:off x="18592799"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2" name="Text Placeholder 7">
            <a:extLst>
              <a:ext uri="{FF2B5EF4-FFF2-40B4-BE49-F238E27FC236}">
                <a16:creationId xmlns:a16="http://schemas.microsoft.com/office/drawing/2014/main" id="{F25477F0-8392-CEDA-19F2-0A29016EECC0}"/>
              </a:ext>
            </a:extLst>
          </p:cNvPr>
          <p:cNvSpPr>
            <a:spLocks noGrp="1"/>
          </p:cNvSpPr>
          <p:nvPr>
            <p:ph type="body" sz="quarter" idx="71" hasCustomPrompt="1"/>
          </p:nvPr>
        </p:nvSpPr>
        <p:spPr>
          <a:xfrm>
            <a:off x="1637604" y="17063961"/>
            <a:ext cx="16345595"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3" name="Text Placeholder 7">
            <a:extLst>
              <a:ext uri="{FF2B5EF4-FFF2-40B4-BE49-F238E27FC236}">
                <a16:creationId xmlns:a16="http://schemas.microsoft.com/office/drawing/2014/main" id="{DA2AF85A-9EEE-C062-1006-74D7741E330F}"/>
              </a:ext>
            </a:extLst>
          </p:cNvPr>
          <p:cNvSpPr>
            <a:spLocks noGrp="1"/>
          </p:cNvSpPr>
          <p:nvPr>
            <p:ph type="body" sz="quarter" idx="72" hasCustomPrompt="1"/>
          </p:nvPr>
        </p:nvSpPr>
        <p:spPr>
          <a:xfrm>
            <a:off x="1637604" y="17751568"/>
            <a:ext cx="16345595"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4" name="Text Placeholder 7">
            <a:extLst>
              <a:ext uri="{FF2B5EF4-FFF2-40B4-BE49-F238E27FC236}">
                <a16:creationId xmlns:a16="http://schemas.microsoft.com/office/drawing/2014/main" id="{39E96633-6475-1F2C-E726-28BE8668FBC5}"/>
              </a:ext>
            </a:extLst>
          </p:cNvPr>
          <p:cNvSpPr>
            <a:spLocks noGrp="1"/>
          </p:cNvSpPr>
          <p:nvPr>
            <p:ph type="body" sz="quarter" idx="73" hasCustomPrompt="1"/>
          </p:nvPr>
        </p:nvSpPr>
        <p:spPr>
          <a:xfrm>
            <a:off x="18592805" y="17063961"/>
            <a:ext cx="16346278"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8" name="Text Placeholder 7">
            <a:extLst>
              <a:ext uri="{FF2B5EF4-FFF2-40B4-BE49-F238E27FC236}">
                <a16:creationId xmlns:a16="http://schemas.microsoft.com/office/drawing/2014/main" id="{F2428D4D-F13F-B280-6137-8C32CD9EEF0B}"/>
              </a:ext>
            </a:extLst>
          </p:cNvPr>
          <p:cNvSpPr>
            <a:spLocks noGrp="1"/>
          </p:cNvSpPr>
          <p:nvPr>
            <p:ph type="body" sz="quarter" idx="74" hasCustomPrompt="1"/>
          </p:nvPr>
        </p:nvSpPr>
        <p:spPr>
          <a:xfrm>
            <a:off x="18592805" y="17751568"/>
            <a:ext cx="16346278"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9856114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up Image Layout with Bullets">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C16114AB-138A-4EAC-3492-E7D7CA151DB9}"/>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20" name="Text Placeholder 7">
            <a:extLst>
              <a:ext uri="{FF2B5EF4-FFF2-40B4-BE49-F238E27FC236}">
                <a16:creationId xmlns:a16="http://schemas.microsoft.com/office/drawing/2014/main" id="{4B79CE2D-84D0-541E-C116-5E768BBF94D4}"/>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21" name="Picture Placeholder 2">
            <a:extLst>
              <a:ext uri="{FF2B5EF4-FFF2-40B4-BE49-F238E27FC236}">
                <a16:creationId xmlns:a16="http://schemas.microsoft.com/office/drawing/2014/main" id="{3431A644-F8BA-5000-F78A-9BB8A4809E2A}"/>
              </a:ext>
            </a:extLst>
          </p:cNvPr>
          <p:cNvSpPr>
            <a:spLocks noGrp="1"/>
          </p:cNvSpPr>
          <p:nvPr>
            <p:ph type="pic" sz="quarter" idx="11"/>
          </p:nvPr>
        </p:nvSpPr>
        <p:spPr>
          <a:xfrm>
            <a:off x="1637604" y="4849813"/>
            <a:ext cx="8832277"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2" name="Content Placeholder 2">
            <a:extLst>
              <a:ext uri="{FF2B5EF4-FFF2-40B4-BE49-F238E27FC236}">
                <a16:creationId xmlns:a16="http://schemas.microsoft.com/office/drawing/2014/main" id="{B46989B9-88FE-F861-A0B6-8F80720B5C7E}"/>
              </a:ext>
            </a:extLst>
          </p:cNvPr>
          <p:cNvSpPr>
            <a:spLocks noGrp="1"/>
          </p:cNvSpPr>
          <p:nvPr>
            <p:ph idx="31" hasCustomPrompt="1"/>
          </p:nvPr>
        </p:nvSpPr>
        <p:spPr>
          <a:xfrm>
            <a:off x="11058350" y="6919968"/>
            <a:ext cx="6924849"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4" name="Picture Placeholder 2">
            <a:extLst>
              <a:ext uri="{FF2B5EF4-FFF2-40B4-BE49-F238E27FC236}">
                <a16:creationId xmlns:a16="http://schemas.microsoft.com/office/drawing/2014/main" id="{973B8B69-1B16-2A38-932F-E517F5C05291}"/>
              </a:ext>
            </a:extLst>
          </p:cNvPr>
          <p:cNvSpPr>
            <a:spLocks noGrp="1"/>
          </p:cNvSpPr>
          <p:nvPr>
            <p:ph type="pic" sz="quarter" idx="32"/>
          </p:nvPr>
        </p:nvSpPr>
        <p:spPr>
          <a:xfrm>
            <a:off x="18592805" y="4849813"/>
            <a:ext cx="8832277"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5" name="Content Placeholder 2">
            <a:extLst>
              <a:ext uri="{FF2B5EF4-FFF2-40B4-BE49-F238E27FC236}">
                <a16:creationId xmlns:a16="http://schemas.microsoft.com/office/drawing/2014/main" id="{660E8F47-2868-457B-7861-466422E34231}"/>
              </a:ext>
            </a:extLst>
          </p:cNvPr>
          <p:cNvSpPr>
            <a:spLocks noGrp="1"/>
          </p:cNvSpPr>
          <p:nvPr>
            <p:ph idx="35" hasCustomPrompt="1"/>
          </p:nvPr>
        </p:nvSpPr>
        <p:spPr>
          <a:xfrm>
            <a:off x="28013551" y="6919968"/>
            <a:ext cx="6924849"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7">
            <a:extLst>
              <a:ext uri="{FF2B5EF4-FFF2-40B4-BE49-F238E27FC236}">
                <a16:creationId xmlns:a16="http://schemas.microsoft.com/office/drawing/2014/main" id="{3B5FB899-4F67-DA8C-A516-B71387137DB8}"/>
              </a:ext>
            </a:extLst>
          </p:cNvPr>
          <p:cNvSpPr>
            <a:spLocks noGrp="1"/>
          </p:cNvSpPr>
          <p:nvPr>
            <p:ph type="body" sz="quarter" idx="71" hasCustomPrompt="1"/>
          </p:nvPr>
        </p:nvSpPr>
        <p:spPr>
          <a:xfrm>
            <a:off x="1637604" y="17063961"/>
            <a:ext cx="8832277"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7" name="Text Placeholder 7">
            <a:extLst>
              <a:ext uri="{FF2B5EF4-FFF2-40B4-BE49-F238E27FC236}">
                <a16:creationId xmlns:a16="http://schemas.microsoft.com/office/drawing/2014/main" id="{B1A5AAD0-2B0D-F6DE-8C5D-5C0625FD55A7}"/>
              </a:ext>
            </a:extLst>
          </p:cNvPr>
          <p:cNvSpPr>
            <a:spLocks noGrp="1"/>
          </p:cNvSpPr>
          <p:nvPr>
            <p:ph type="body" sz="quarter" idx="72" hasCustomPrompt="1"/>
          </p:nvPr>
        </p:nvSpPr>
        <p:spPr>
          <a:xfrm>
            <a:off x="1637604" y="17751568"/>
            <a:ext cx="8832277"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8" name="Text Placeholder 7">
            <a:extLst>
              <a:ext uri="{FF2B5EF4-FFF2-40B4-BE49-F238E27FC236}">
                <a16:creationId xmlns:a16="http://schemas.microsoft.com/office/drawing/2014/main" id="{DBD83B1D-F849-2310-DE25-451C7BD75C53}"/>
              </a:ext>
            </a:extLst>
          </p:cNvPr>
          <p:cNvSpPr>
            <a:spLocks noGrp="1"/>
          </p:cNvSpPr>
          <p:nvPr>
            <p:ph type="body" sz="quarter" idx="73" hasCustomPrompt="1"/>
          </p:nvPr>
        </p:nvSpPr>
        <p:spPr>
          <a:xfrm>
            <a:off x="18592805" y="17063961"/>
            <a:ext cx="8832646"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2" name="Text Placeholder 7">
            <a:extLst>
              <a:ext uri="{FF2B5EF4-FFF2-40B4-BE49-F238E27FC236}">
                <a16:creationId xmlns:a16="http://schemas.microsoft.com/office/drawing/2014/main" id="{E0292527-B9F3-D59F-1575-33C8C564E870}"/>
              </a:ext>
            </a:extLst>
          </p:cNvPr>
          <p:cNvSpPr>
            <a:spLocks noGrp="1"/>
          </p:cNvSpPr>
          <p:nvPr>
            <p:ph type="body" sz="quarter" idx="74" hasCustomPrompt="1"/>
          </p:nvPr>
        </p:nvSpPr>
        <p:spPr>
          <a:xfrm>
            <a:off x="18592805" y="17751568"/>
            <a:ext cx="8832646"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8011770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up Image">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06EC4D90-EA3E-9A18-FEA5-3EEF50715391}"/>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28" name="Text Placeholder 7">
            <a:extLst>
              <a:ext uri="{FF2B5EF4-FFF2-40B4-BE49-F238E27FC236}">
                <a16:creationId xmlns:a16="http://schemas.microsoft.com/office/drawing/2014/main" id="{3BFC61ED-E368-EADF-A0C1-3AE9904C78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30" name="Picture Placeholder 2">
            <a:extLst>
              <a:ext uri="{FF2B5EF4-FFF2-40B4-BE49-F238E27FC236}">
                <a16:creationId xmlns:a16="http://schemas.microsoft.com/office/drawing/2014/main" id="{5FE98CD1-AB1E-1E7B-2FF4-F7E242CBAB87}"/>
              </a:ext>
            </a:extLst>
          </p:cNvPr>
          <p:cNvSpPr>
            <a:spLocks noGrp="1"/>
          </p:cNvSpPr>
          <p:nvPr>
            <p:ph type="pic" sz="quarter" idx="24"/>
          </p:nvPr>
        </p:nvSpPr>
        <p:spPr>
          <a:xfrm>
            <a:off x="24148473"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2" name="Picture Placeholder 2">
            <a:extLst>
              <a:ext uri="{FF2B5EF4-FFF2-40B4-BE49-F238E27FC236}">
                <a16:creationId xmlns:a16="http://schemas.microsoft.com/office/drawing/2014/main" id="{CCCE8B13-298C-67A4-073D-4636A3BCE7A9}"/>
              </a:ext>
            </a:extLst>
          </p:cNvPr>
          <p:cNvSpPr>
            <a:spLocks noGrp="1"/>
          </p:cNvSpPr>
          <p:nvPr>
            <p:ph type="pic" sz="quarter" idx="20"/>
          </p:nvPr>
        </p:nvSpPr>
        <p:spPr>
          <a:xfrm>
            <a:off x="12893038"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3" name="Picture Placeholder 2">
            <a:extLst>
              <a:ext uri="{FF2B5EF4-FFF2-40B4-BE49-F238E27FC236}">
                <a16:creationId xmlns:a16="http://schemas.microsoft.com/office/drawing/2014/main" id="{F9FA27DB-2E4D-388B-2F4A-FE708B1D264C}"/>
              </a:ext>
            </a:extLst>
          </p:cNvPr>
          <p:cNvSpPr>
            <a:spLocks noGrp="1"/>
          </p:cNvSpPr>
          <p:nvPr>
            <p:ph type="pic" sz="quarter" idx="25"/>
          </p:nvPr>
        </p:nvSpPr>
        <p:spPr>
          <a:xfrm>
            <a:off x="1637604"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4" name="Text Placeholder 7">
            <a:extLst>
              <a:ext uri="{FF2B5EF4-FFF2-40B4-BE49-F238E27FC236}">
                <a16:creationId xmlns:a16="http://schemas.microsoft.com/office/drawing/2014/main" id="{C5E18C58-3C84-ECE1-A164-6A5FF953635E}"/>
              </a:ext>
            </a:extLst>
          </p:cNvPr>
          <p:cNvSpPr>
            <a:spLocks noGrp="1"/>
          </p:cNvSpPr>
          <p:nvPr>
            <p:ph type="body" sz="quarter" idx="67" hasCustomPrompt="1"/>
          </p:nvPr>
        </p:nvSpPr>
        <p:spPr>
          <a:xfrm>
            <a:off x="1653110" y="17063961"/>
            <a:ext cx="1078992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5" name="Text Placeholder 7">
            <a:extLst>
              <a:ext uri="{FF2B5EF4-FFF2-40B4-BE49-F238E27FC236}">
                <a16:creationId xmlns:a16="http://schemas.microsoft.com/office/drawing/2014/main" id="{6D55A3EC-8AF3-3222-5E82-1A74FA5AB0D5}"/>
              </a:ext>
            </a:extLst>
          </p:cNvPr>
          <p:cNvSpPr>
            <a:spLocks noGrp="1"/>
          </p:cNvSpPr>
          <p:nvPr>
            <p:ph type="body" sz="quarter" idx="69" hasCustomPrompt="1"/>
          </p:nvPr>
        </p:nvSpPr>
        <p:spPr>
          <a:xfrm>
            <a:off x="1653110" y="17751568"/>
            <a:ext cx="1078992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6" name="Text Placeholder 7">
            <a:extLst>
              <a:ext uri="{FF2B5EF4-FFF2-40B4-BE49-F238E27FC236}">
                <a16:creationId xmlns:a16="http://schemas.microsoft.com/office/drawing/2014/main" id="{5F9A555E-B5A7-F2B9-6D6D-E24CAD68B927}"/>
              </a:ext>
            </a:extLst>
          </p:cNvPr>
          <p:cNvSpPr>
            <a:spLocks noGrp="1"/>
          </p:cNvSpPr>
          <p:nvPr>
            <p:ph type="body" sz="quarter" idx="71" hasCustomPrompt="1"/>
          </p:nvPr>
        </p:nvSpPr>
        <p:spPr>
          <a:xfrm>
            <a:off x="12893040" y="17063961"/>
            <a:ext cx="1078992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7" name="Text Placeholder 7">
            <a:extLst>
              <a:ext uri="{FF2B5EF4-FFF2-40B4-BE49-F238E27FC236}">
                <a16:creationId xmlns:a16="http://schemas.microsoft.com/office/drawing/2014/main" id="{EFC4CC4C-42B6-5D87-37D6-FE779B1ABFEB}"/>
              </a:ext>
            </a:extLst>
          </p:cNvPr>
          <p:cNvSpPr>
            <a:spLocks noGrp="1"/>
          </p:cNvSpPr>
          <p:nvPr>
            <p:ph type="body" sz="quarter" idx="72" hasCustomPrompt="1"/>
          </p:nvPr>
        </p:nvSpPr>
        <p:spPr>
          <a:xfrm>
            <a:off x="12893040" y="17751568"/>
            <a:ext cx="1078992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8" name="Text Placeholder 7">
            <a:extLst>
              <a:ext uri="{FF2B5EF4-FFF2-40B4-BE49-F238E27FC236}">
                <a16:creationId xmlns:a16="http://schemas.microsoft.com/office/drawing/2014/main" id="{E4DE79F6-DE99-BDFD-033A-5AB8981A3A0E}"/>
              </a:ext>
            </a:extLst>
          </p:cNvPr>
          <p:cNvSpPr>
            <a:spLocks noGrp="1"/>
          </p:cNvSpPr>
          <p:nvPr>
            <p:ph type="body" sz="quarter" idx="73" hasCustomPrompt="1"/>
          </p:nvPr>
        </p:nvSpPr>
        <p:spPr>
          <a:xfrm>
            <a:off x="24132970" y="17063961"/>
            <a:ext cx="1079037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9" name="Text Placeholder 7">
            <a:extLst>
              <a:ext uri="{FF2B5EF4-FFF2-40B4-BE49-F238E27FC236}">
                <a16:creationId xmlns:a16="http://schemas.microsoft.com/office/drawing/2014/main" id="{E6F712D3-EAE3-8A7F-010B-AFEF00AE6B00}"/>
              </a:ext>
            </a:extLst>
          </p:cNvPr>
          <p:cNvSpPr>
            <a:spLocks noGrp="1"/>
          </p:cNvSpPr>
          <p:nvPr>
            <p:ph type="body" sz="quarter" idx="74" hasCustomPrompt="1"/>
          </p:nvPr>
        </p:nvSpPr>
        <p:spPr>
          <a:xfrm>
            <a:off x="24132970" y="17751568"/>
            <a:ext cx="1079037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0680622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up Image">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59D9FFB-F331-2BA3-76DB-D0D67666F296}"/>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23" name="Text Placeholder 7">
            <a:extLst>
              <a:ext uri="{FF2B5EF4-FFF2-40B4-BE49-F238E27FC236}">
                <a16:creationId xmlns:a16="http://schemas.microsoft.com/office/drawing/2014/main" id="{4737A17E-9A03-1AA3-D59C-3833F19EFE44}"/>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30" name="Picture Placeholder 2">
            <a:extLst>
              <a:ext uri="{FF2B5EF4-FFF2-40B4-BE49-F238E27FC236}">
                <a16:creationId xmlns:a16="http://schemas.microsoft.com/office/drawing/2014/main" id="{7FF59CD9-73FD-415B-F082-C27D3FC74CC5}"/>
              </a:ext>
            </a:extLst>
          </p:cNvPr>
          <p:cNvSpPr>
            <a:spLocks noGrp="1"/>
          </p:cNvSpPr>
          <p:nvPr>
            <p:ph type="pic" sz="quarter" idx="24"/>
          </p:nvPr>
        </p:nvSpPr>
        <p:spPr>
          <a:xfrm>
            <a:off x="18520757" y="4849813"/>
            <a:ext cx="7982985"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1" name="Picture Placeholder 2">
            <a:extLst>
              <a:ext uri="{FF2B5EF4-FFF2-40B4-BE49-F238E27FC236}">
                <a16:creationId xmlns:a16="http://schemas.microsoft.com/office/drawing/2014/main" id="{90082BEB-34AF-6104-9172-84A9393C73A1}"/>
              </a:ext>
            </a:extLst>
          </p:cNvPr>
          <p:cNvSpPr>
            <a:spLocks noGrp="1"/>
          </p:cNvSpPr>
          <p:nvPr>
            <p:ph type="pic" sz="quarter" idx="20"/>
          </p:nvPr>
        </p:nvSpPr>
        <p:spPr>
          <a:xfrm>
            <a:off x="10072254" y="4849813"/>
            <a:ext cx="7982985"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9" name="Picture Placeholder 2">
            <a:extLst>
              <a:ext uri="{FF2B5EF4-FFF2-40B4-BE49-F238E27FC236}">
                <a16:creationId xmlns:a16="http://schemas.microsoft.com/office/drawing/2014/main" id="{1ACBD8DD-E9B6-20E0-AF99-F566611D5259}"/>
              </a:ext>
            </a:extLst>
          </p:cNvPr>
          <p:cNvSpPr>
            <a:spLocks noGrp="1"/>
          </p:cNvSpPr>
          <p:nvPr>
            <p:ph type="pic" sz="quarter" idx="28"/>
          </p:nvPr>
        </p:nvSpPr>
        <p:spPr>
          <a:xfrm>
            <a:off x="1637606" y="4849813"/>
            <a:ext cx="7969130"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0" name="Picture Placeholder 2">
            <a:extLst>
              <a:ext uri="{FF2B5EF4-FFF2-40B4-BE49-F238E27FC236}">
                <a16:creationId xmlns:a16="http://schemas.microsoft.com/office/drawing/2014/main" id="{3F34C73B-16DF-6108-33FA-2019F4A18A96}"/>
              </a:ext>
            </a:extLst>
          </p:cNvPr>
          <p:cNvSpPr>
            <a:spLocks noGrp="1"/>
          </p:cNvSpPr>
          <p:nvPr>
            <p:ph type="pic" sz="quarter" idx="29"/>
          </p:nvPr>
        </p:nvSpPr>
        <p:spPr>
          <a:xfrm>
            <a:off x="26969260" y="4849813"/>
            <a:ext cx="7969133"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1" name="Text Placeholder 7">
            <a:extLst>
              <a:ext uri="{FF2B5EF4-FFF2-40B4-BE49-F238E27FC236}">
                <a16:creationId xmlns:a16="http://schemas.microsoft.com/office/drawing/2014/main" id="{2A0C0A2B-E05B-6582-22E0-E2FB87D4F5FE}"/>
              </a:ext>
            </a:extLst>
          </p:cNvPr>
          <p:cNvSpPr>
            <a:spLocks noGrp="1"/>
          </p:cNvSpPr>
          <p:nvPr>
            <p:ph type="body" sz="quarter" idx="67" hasCustomPrompt="1"/>
          </p:nvPr>
        </p:nvSpPr>
        <p:spPr>
          <a:xfrm>
            <a:off x="10087333" y="17063961"/>
            <a:ext cx="7967906"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2" name="Text Placeholder 7">
            <a:extLst>
              <a:ext uri="{FF2B5EF4-FFF2-40B4-BE49-F238E27FC236}">
                <a16:creationId xmlns:a16="http://schemas.microsoft.com/office/drawing/2014/main" id="{F252818C-30B9-BEAB-C34B-3FDB45B07855}"/>
              </a:ext>
            </a:extLst>
          </p:cNvPr>
          <p:cNvSpPr>
            <a:spLocks noGrp="1"/>
          </p:cNvSpPr>
          <p:nvPr>
            <p:ph type="body" sz="quarter" idx="68" hasCustomPrompt="1"/>
          </p:nvPr>
        </p:nvSpPr>
        <p:spPr>
          <a:xfrm>
            <a:off x="1630527" y="17063961"/>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3" name="Text Placeholder 7">
            <a:extLst>
              <a:ext uri="{FF2B5EF4-FFF2-40B4-BE49-F238E27FC236}">
                <a16:creationId xmlns:a16="http://schemas.microsoft.com/office/drawing/2014/main" id="{E94F7E10-2AF0-1049-A3BD-C3667BA1A7B7}"/>
              </a:ext>
            </a:extLst>
          </p:cNvPr>
          <p:cNvSpPr>
            <a:spLocks noGrp="1"/>
          </p:cNvSpPr>
          <p:nvPr>
            <p:ph type="body" sz="quarter" idx="69" hasCustomPrompt="1"/>
          </p:nvPr>
        </p:nvSpPr>
        <p:spPr>
          <a:xfrm>
            <a:off x="10087333" y="17751568"/>
            <a:ext cx="7967906"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4" name="Text Placeholder 7">
            <a:extLst>
              <a:ext uri="{FF2B5EF4-FFF2-40B4-BE49-F238E27FC236}">
                <a16:creationId xmlns:a16="http://schemas.microsoft.com/office/drawing/2014/main" id="{CCE2100E-D959-41B2-929B-D1BC55772019}"/>
              </a:ext>
            </a:extLst>
          </p:cNvPr>
          <p:cNvSpPr>
            <a:spLocks noGrp="1"/>
          </p:cNvSpPr>
          <p:nvPr>
            <p:ph type="body" sz="quarter" idx="70" hasCustomPrompt="1"/>
          </p:nvPr>
        </p:nvSpPr>
        <p:spPr>
          <a:xfrm>
            <a:off x="1630527" y="17751568"/>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5" name="Text Placeholder 7">
            <a:extLst>
              <a:ext uri="{FF2B5EF4-FFF2-40B4-BE49-F238E27FC236}">
                <a16:creationId xmlns:a16="http://schemas.microsoft.com/office/drawing/2014/main" id="{F9556000-DFCA-8B90-EBBC-359C95C3B361}"/>
              </a:ext>
            </a:extLst>
          </p:cNvPr>
          <p:cNvSpPr>
            <a:spLocks noGrp="1"/>
          </p:cNvSpPr>
          <p:nvPr>
            <p:ph type="body" sz="quarter" idx="71" hasCustomPrompt="1"/>
          </p:nvPr>
        </p:nvSpPr>
        <p:spPr>
          <a:xfrm>
            <a:off x="18527529" y="17063961"/>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6" name="Text Placeholder 7">
            <a:extLst>
              <a:ext uri="{FF2B5EF4-FFF2-40B4-BE49-F238E27FC236}">
                <a16:creationId xmlns:a16="http://schemas.microsoft.com/office/drawing/2014/main" id="{80DB8C8F-25FA-6C95-C2D7-C138BAA32B50}"/>
              </a:ext>
            </a:extLst>
          </p:cNvPr>
          <p:cNvSpPr>
            <a:spLocks noGrp="1"/>
          </p:cNvSpPr>
          <p:nvPr>
            <p:ph type="body" sz="quarter" idx="72" hasCustomPrompt="1"/>
          </p:nvPr>
        </p:nvSpPr>
        <p:spPr>
          <a:xfrm>
            <a:off x="18527529" y="17751568"/>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7" name="Text Placeholder 7">
            <a:extLst>
              <a:ext uri="{FF2B5EF4-FFF2-40B4-BE49-F238E27FC236}">
                <a16:creationId xmlns:a16="http://schemas.microsoft.com/office/drawing/2014/main" id="{63D94597-BF94-1410-90DE-B1569E6B339A}"/>
              </a:ext>
            </a:extLst>
          </p:cNvPr>
          <p:cNvSpPr>
            <a:spLocks noGrp="1"/>
          </p:cNvSpPr>
          <p:nvPr>
            <p:ph type="body" sz="quarter" idx="73" hasCustomPrompt="1"/>
          </p:nvPr>
        </p:nvSpPr>
        <p:spPr>
          <a:xfrm>
            <a:off x="26976037" y="17063961"/>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8" name="Text Placeholder 7">
            <a:extLst>
              <a:ext uri="{FF2B5EF4-FFF2-40B4-BE49-F238E27FC236}">
                <a16:creationId xmlns:a16="http://schemas.microsoft.com/office/drawing/2014/main" id="{BF06A1A9-1746-181C-9E88-1422CE2DFEC1}"/>
              </a:ext>
            </a:extLst>
          </p:cNvPr>
          <p:cNvSpPr>
            <a:spLocks noGrp="1"/>
          </p:cNvSpPr>
          <p:nvPr>
            <p:ph type="body" sz="quarter" idx="74" hasCustomPrompt="1"/>
          </p:nvPr>
        </p:nvSpPr>
        <p:spPr>
          <a:xfrm>
            <a:off x="26976037" y="17751568"/>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1355862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27" name="Picture Placeholder 2">
            <a:extLst>
              <a:ext uri="{FF2B5EF4-FFF2-40B4-BE49-F238E27FC236}">
                <a16:creationId xmlns:a16="http://schemas.microsoft.com/office/drawing/2014/main" id="{8907B76C-DA4A-68FA-C798-F3D3ED6D3EEF}"/>
              </a:ext>
            </a:extLst>
          </p:cNvPr>
          <p:cNvSpPr>
            <a:spLocks noGrp="1"/>
          </p:cNvSpPr>
          <p:nvPr>
            <p:ph type="pic" sz="quarter" idx="24"/>
          </p:nvPr>
        </p:nvSpPr>
        <p:spPr>
          <a:xfrm>
            <a:off x="1289139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28" name="Picture Placeholder 2">
            <a:extLst>
              <a:ext uri="{FF2B5EF4-FFF2-40B4-BE49-F238E27FC236}">
                <a16:creationId xmlns:a16="http://schemas.microsoft.com/office/drawing/2014/main" id="{80A5F7E9-98C2-BE12-2CFF-1D4269C21CEF}"/>
              </a:ext>
            </a:extLst>
          </p:cNvPr>
          <p:cNvSpPr>
            <a:spLocks noGrp="1"/>
          </p:cNvSpPr>
          <p:nvPr>
            <p:ph type="pic" sz="quarter" idx="20"/>
          </p:nvPr>
        </p:nvSpPr>
        <p:spPr>
          <a:xfrm>
            <a:off x="164558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0" name="Picture Placeholder 2">
            <a:extLst>
              <a:ext uri="{FF2B5EF4-FFF2-40B4-BE49-F238E27FC236}">
                <a16:creationId xmlns:a16="http://schemas.microsoft.com/office/drawing/2014/main" id="{C40D16D0-F1BB-6699-BB7A-3010F14B4E5E}"/>
              </a:ext>
            </a:extLst>
          </p:cNvPr>
          <p:cNvSpPr>
            <a:spLocks noGrp="1"/>
          </p:cNvSpPr>
          <p:nvPr>
            <p:ph type="pic" sz="quarter" idx="28"/>
          </p:nvPr>
        </p:nvSpPr>
        <p:spPr>
          <a:xfrm>
            <a:off x="2414847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2" name="Text Placeholder 7">
            <a:extLst>
              <a:ext uri="{FF2B5EF4-FFF2-40B4-BE49-F238E27FC236}">
                <a16:creationId xmlns:a16="http://schemas.microsoft.com/office/drawing/2014/main" id="{669BAFFD-DE29-C3FE-3E3D-0742C54E776F}"/>
              </a:ext>
            </a:extLst>
          </p:cNvPr>
          <p:cNvSpPr>
            <a:spLocks noGrp="1"/>
          </p:cNvSpPr>
          <p:nvPr>
            <p:ph type="body" sz="quarter" idx="59" hasCustomPrompt="1"/>
          </p:nvPr>
        </p:nvSpPr>
        <p:spPr>
          <a:xfrm>
            <a:off x="1656844"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3" name="Text Placeholder 7">
            <a:extLst>
              <a:ext uri="{FF2B5EF4-FFF2-40B4-BE49-F238E27FC236}">
                <a16:creationId xmlns:a16="http://schemas.microsoft.com/office/drawing/2014/main" id="{6F8CDCB5-2334-0382-7EDF-D6A8C4C37919}"/>
              </a:ext>
            </a:extLst>
          </p:cNvPr>
          <p:cNvSpPr>
            <a:spLocks noGrp="1"/>
          </p:cNvSpPr>
          <p:nvPr>
            <p:ph type="body" sz="quarter" idx="63" hasCustomPrompt="1"/>
          </p:nvPr>
        </p:nvSpPr>
        <p:spPr>
          <a:xfrm>
            <a:off x="1656844"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4" name="Text Placeholder 7">
            <a:extLst>
              <a:ext uri="{FF2B5EF4-FFF2-40B4-BE49-F238E27FC236}">
                <a16:creationId xmlns:a16="http://schemas.microsoft.com/office/drawing/2014/main" id="{3E8130F2-A049-2C2C-49C2-814F60E02EF5}"/>
              </a:ext>
            </a:extLst>
          </p:cNvPr>
          <p:cNvSpPr>
            <a:spLocks noGrp="1"/>
          </p:cNvSpPr>
          <p:nvPr>
            <p:ph type="body" sz="quarter" idx="64" hasCustomPrompt="1"/>
          </p:nvPr>
        </p:nvSpPr>
        <p:spPr>
          <a:xfrm>
            <a:off x="12894348"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5" name="Text Placeholder 7">
            <a:extLst>
              <a:ext uri="{FF2B5EF4-FFF2-40B4-BE49-F238E27FC236}">
                <a16:creationId xmlns:a16="http://schemas.microsoft.com/office/drawing/2014/main" id="{2EF59D26-21AA-0628-FEAE-B2017AD93D46}"/>
              </a:ext>
            </a:extLst>
          </p:cNvPr>
          <p:cNvSpPr>
            <a:spLocks noGrp="1"/>
          </p:cNvSpPr>
          <p:nvPr>
            <p:ph type="body" sz="quarter" idx="65" hasCustomPrompt="1"/>
          </p:nvPr>
        </p:nvSpPr>
        <p:spPr>
          <a:xfrm>
            <a:off x="12894348"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6" name="Text Placeholder 7">
            <a:extLst>
              <a:ext uri="{FF2B5EF4-FFF2-40B4-BE49-F238E27FC236}">
                <a16:creationId xmlns:a16="http://schemas.microsoft.com/office/drawing/2014/main" id="{FA27073E-24AC-35B6-4579-F3553211D14F}"/>
              </a:ext>
            </a:extLst>
          </p:cNvPr>
          <p:cNvSpPr>
            <a:spLocks noGrp="1"/>
          </p:cNvSpPr>
          <p:nvPr>
            <p:ph type="body" sz="quarter" idx="66" hasCustomPrompt="1"/>
          </p:nvPr>
        </p:nvSpPr>
        <p:spPr>
          <a:xfrm>
            <a:off x="24151315" y="9981886"/>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7" name="Text Placeholder 7">
            <a:extLst>
              <a:ext uri="{FF2B5EF4-FFF2-40B4-BE49-F238E27FC236}">
                <a16:creationId xmlns:a16="http://schemas.microsoft.com/office/drawing/2014/main" id="{B7137105-F7C8-86F9-A19D-CC0280C95516}"/>
              </a:ext>
            </a:extLst>
          </p:cNvPr>
          <p:cNvSpPr>
            <a:spLocks noGrp="1"/>
          </p:cNvSpPr>
          <p:nvPr>
            <p:ph type="body" sz="quarter" idx="67" hasCustomPrompt="1"/>
          </p:nvPr>
        </p:nvSpPr>
        <p:spPr>
          <a:xfrm>
            <a:off x="24151315" y="10669493"/>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8" name="Picture Placeholder 2">
            <a:extLst>
              <a:ext uri="{FF2B5EF4-FFF2-40B4-BE49-F238E27FC236}">
                <a16:creationId xmlns:a16="http://schemas.microsoft.com/office/drawing/2014/main" id="{C215F7B2-F4E2-412D-DB90-96FF4E146F17}"/>
              </a:ext>
            </a:extLst>
          </p:cNvPr>
          <p:cNvSpPr>
            <a:spLocks noGrp="1"/>
          </p:cNvSpPr>
          <p:nvPr>
            <p:ph type="pic" sz="quarter" idx="75"/>
          </p:nvPr>
        </p:nvSpPr>
        <p:spPr>
          <a:xfrm>
            <a:off x="18520757" y="11931888"/>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8" name="Picture Placeholder 2">
            <a:extLst>
              <a:ext uri="{FF2B5EF4-FFF2-40B4-BE49-F238E27FC236}">
                <a16:creationId xmlns:a16="http://schemas.microsoft.com/office/drawing/2014/main" id="{F6B1B50B-4191-7EA1-DD61-A96EBE2A0C65}"/>
              </a:ext>
            </a:extLst>
          </p:cNvPr>
          <p:cNvSpPr>
            <a:spLocks noGrp="1"/>
          </p:cNvSpPr>
          <p:nvPr>
            <p:ph type="pic" sz="quarter" idx="76"/>
          </p:nvPr>
        </p:nvSpPr>
        <p:spPr>
          <a:xfrm>
            <a:off x="7265320" y="11931888"/>
            <a:ext cx="10789919" cy="4937760"/>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9" name="Text Placeholder 7">
            <a:extLst>
              <a:ext uri="{FF2B5EF4-FFF2-40B4-BE49-F238E27FC236}">
                <a16:creationId xmlns:a16="http://schemas.microsoft.com/office/drawing/2014/main" id="{65B4C94D-3029-61DE-18DE-8A6472E970BD}"/>
              </a:ext>
            </a:extLst>
          </p:cNvPr>
          <p:cNvSpPr>
            <a:spLocks noGrp="1"/>
          </p:cNvSpPr>
          <p:nvPr>
            <p:ph type="body" sz="quarter" idx="77" hasCustomPrompt="1"/>
          </p:nvPr>
        </p:nvSpPr>
        <p:spPr>
          <a:xfrm>
            <a:off x="7276587" y="17063961"/>
            <a:ext cx="1077865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0" name="Text Placeholder 7">
            <a:extLst>
              <a:ext uri="{FF2B5EF4-FFF2-40B4-BE49-F238E27FC236}">
                <a16:creationId xmlns:a16="http://schemas.microsoft.com/office/drawing/2014/main" id="{CE518717-6ECD-F803-EEF8-2B2D7CF9EB49}"/>
              </a:ext>
            </a:extLst>
          </p:cNvPr>
          <p:cNvSpPr>
            <a:spLocks noGrp="1"/>
          </p:cNvSpPr>
          <p:nvPr>
            <p:ph type="body" sz="quarter" idx="78" hasCustomPrompt="1"/>
          </p:nvPr>
        </p:nvSpPr>
        <p:spPr>
          <a:xfrm>
            <a:off x="7276587" y="17751568"/>
            <a:ext cx="1077865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1" name="Text Placeholder 7">
            <a:extLst>
              <a:ext uri="{FF2B5EF4-FFF2-40B4-BE49-F238E27FC236}">
                <a16:creationId xmlns:a16="http://schemas.microsoft.com/office/drawing/2014/main" id="{C5D8EE17-AD94-2DE2-C337-573533395DAF}"/>
              </a:ext>
            </a:extLst>
          </p:cNvPr>
          <p:cNvSpPr>
            <a:spLocks noGrp="1"/>
          </p:cNvSpPr>
          <p:nvPr>
            <p:ph type="body" sz="quarter" idx="79" hasCustomPrompt="1"/>
          </p:nvPr>
        </p:nvSpPr>
        <p:spPr>
          <a:xfrm>
            <a:off x="18533554" y="17063961"/>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2" name="Text Placeholder 7">
            <a:extLst>
              <a:ext uri="{FF2B5EF4-FFF2-40B4-BE49-F238E27FC236}">
                <a16:creationId xmlns:a16="http://schemas.microsoft.com/office/drawing/2014/main" id="{85A95BB1-6B72-7CA5-06BB-430623F1D273}"/>
              </a:ext>
            </a:extLst>
          </p:cNvPr>
          <p:cNvSpPr>
            <a:spLocks noGrp="1"/>
          </p:cNvSpPr>
          <p:nvPr>
            <p:ph type="body" sz="quarter" idx="80" hasCustomPrompt="1"/>
          </p:nvPr>
        </p:nvSpPr>
        <p:spPr>
          <a:xfrm>
            <a:off x="18533554" y="17751568"/>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3" name="Title 1">
            <a:extLst>
              <a:ext uri="{FF2B5EF4-FFF2-40B4-BE49-F238E27FC236}">
                <a16:creationId xmlns:a16="http://schemas.microsoft.com/office/drawing/2014/main" id="{8DC5F873-F78F-F1B6-1AFB-37B1EE5098F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54" name="Text Placeholder 7">
            <a:extLst>
              <a:ext uri="{FF2B5EF4-FFF2-40B4-BE49-F238E27FC236}">
                <a16:creationId xmlns:a16="http://schemas.microsoft.com/office/drawing/2014/main" id="{8631CFA9-583B-6069-2D7A-BD83D75791B2}"/>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7144303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30" name="Picture Placeholder 2">
            <a:extLst>
              <a:ext uri="{FF2B5EF4-FFF2-40B4-BE49-F238E27FC236}">
                <a16:creationId xmlns:a16="http://schemas.microsoft.com/office/drawing/2014/main" id="{B1953C1A-70BD-1EAA-9874-87A836A8195E}"/>
              </a:ext>
            </a:extLst>
          </p:cNvPr>
          <p:cNvSpPr>
            <a:spLocks noGrp="1"/>
          </p:cNvSpPr>
          <p:nvPr>
            <p:ph type="pic" sz="quarter" idx="24"/>
          </p:nvPr>
        </p:nvSpPr>
        <p:spPr>
          <a:xfrm>
            <a:off x="1289139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1" name="Picture Placeholder 2">
            <a:extLst>
              <a:ext uri="{FF2B5EF4-FFF2-40B4-BE49-F238E27FC236}">
                <a16:creationId xmlns:a16="http://schemas.microsoft.com/office/drawing/2014/main" id="{9252F9A9-D932-EDF6-7A48-D5D93A404550}"/>
              </a:ext>
            </a:extLst>
          </p:cNvPr>
          <p:cNvSpPr>
            <a:spLocks noGrp="1"/>
          </p:cNvSpPr>
          <p:nvPr>
            <p:ph type="pic" sz="quarter" idx="20"/>
          </p:nvPr>
        </p:nvSpPr>
        <p:spPr>
          <a:xfrm>
            <a:off x="164558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2" name="Picture Placeholder 2">
            <a:extLst>
              <a:ext uri="{FF2B5EF4-FFF2-40B4-BE49-F238E27FC236}">
                <a16:creationId xmlns:a16="http://schemas.microsoft.com/office/drawing/2014/main" id="{D0D95889-F2DB-3BC9-69A2-99832FFC9845}"/>
              </a:ext>
            </a:extLst>
          </p:cNvPr>
          <p:cNvSpPr>
            <a:spLocks noGrp="1"/>
          </p:cNvSpPr>
          <p:nvPr>
            <p:ph type="pic" sz="quarter" idx="28"/>
          </p:nvPr>
        </p:nvSpPr>
        <p:spPr>
          <a:xfrm>
            <a:off x="2414847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3" name="Text Placeholder 7">
            <a:extLst>
              <a:ext uri="{FF2B5EF4-FFF2-40B4-BE49-F238E27FC236}">
                <a16:creationId xmlns:a16="http://schemas.microsoft.com/office/drawing/2014/main" id="{20BBE6F4-0357-A4FD-1E64-134C0BB676E5}"/>
              </a:ext>
            </a:extLst>
          </p:cNvPr>
          <p:cNvSpPr>
            <a:spLocks noGrp="1"/>
          </p:cNvSpPr>
          <p:nvPr>
            <p:ph type="body" sz="quarter" idx="59" hasCustomPrompt="1"/>
          </p:nvPr>
        </p:nvSpPr>
        <p:spPr>
          <a:xfrm>
            <a:off x="1656844"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4" name="Text Placeholder 7">
            <a:extLst>
              <a:ext uri="{FF2B5EF4-FFF2-40B4-BE49-F238E27FC236}">
                <a16:creationId xmlns:a16="http://schemas.microsoft.com/office/drawing/2014/main" id="{BFAE3A57-5BF4-79B4-4629-2CC735C71FE5}"/>
              </a:ext>
            </a:extLst>
          </p:cNvPr>
          <p:cNvSpPr>
            <a:spLocks noGrp="1"/>
          </p:cNvSpPr>
          <p:nvPr>
            <p:ph type="body" sz="quarter" idx="63" hasCustomPrompt="1"/>
          </p:nvPr>
        </p:nvSpPr>
        <p:spPr>
          <a:xfrm>
            <a:off x="1656844"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5" name="Text Placeholder 7">
            <a:extLst>
              <a:ext uri="{FF2B5EF4-FFF2-40B4-BE49-F238E27FC236}">
                <a16:creationId xmlns:a16="http://schemas.microsoft.com/office/drawing/2014/main" id="{99A50CCA-B5CD-F9AE-216F-C421A1BD9F04}"/>
              </a:ext>
            </a:extLst>
          </p:cNvPr>
          <p:cNvSpPr>
            <a:spLocks noGrp="1"/>
          </p:cNvSpPr>
          <p:nvPr>
            <p:ph type="body" sz="quarter" idx="64" hasCustomPrompt="1"/>
          </p:nvPr>
        </p:nvSpPr>
        <p:spPr>
          <a:xfrm>
            <a:off x="12894348"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6" name="Text Placeholder 7">
            <a:extLst>
              <a:ext uri="{FF2B5EF4-FFF2-40B4-BE49-F238E27FC236}">
                <a16:creationId xmlns:a16="http://schemas.microsoft.com/office/drawing/2014/main" id="{757508AA-A2C8-98B6-81F3-50D83C5092CF}"/>
              </a:ext>
            </a:extLst>
          </p:cNvPr>
          <p:cNvSpPr>
            <a:spLocks noGrp="1"/>
          </p:cNvSpPr>
          <p:nvPr>
            <p:ph type="body" sz="quarter" idx="65" hasCustomPrompt="1"/>
          </p:nvPr>
        </p:nvSpPr>
        <p:spPr>
          <a:xfrm>
            <a:off x="12894348"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7" name="Text Placeholder 7">
            <a:extLst>
              <a:ext uri="{FF2B5EF4-FFF2-40B4-BE49-F238E27FC236}">
                <a16:creationId xmlns:a16="http://schemas.microsoft.com/office/drawing/2014/main" id="{F4222A90-C423-A76E-E4A1-DC33CE530C35}"/>
              </a:ext>
            </a:extLst>
          </p:cNvPr>
          <p:cNvSpPr>
            <a:spLocks noGrp="1"/>
          </p:cNvSpPr>
          <p:nvPr>
            <p:ph type="body" sz="quarter" idx="66" hasCustomPrompt="1"/>
          </p:nvPr>
        </p:nvSpPr>
        <p:spPr>
          <a:xfrm>
            <a:off x="24151315" y="9981886"/>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4" name="Text Placeholder 7">
            <a:extLst>
              <a:ext uri="{FF2B5EF4-FFF2-40B4-BE49-F238E27FC236}">
                <a16:creationId xmlns:a16="http://schemas.microsoft.com/office/drawing/2014/main" id="{4209A868-D6F4-3E49-A6A2-D0B83BADF3A9}"/>
              </a:ext>
            </a:extLst>
          </p:cNvPr>
          <p:cNvSpPr>
            <a:spLocks noGrp="1"/>
          </p:cNvSpPr>
          <p:nvPr>
            <p:ph type="body" sz="quarter" idx="67" hasCustomPrompt="1"/>
          </p:nvPr>
        </p:nvSpPr>
        <p:spPr>
          <a:xfrm>
            <a:off x="24151315" y="10669493"/>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5" name="Picture Placeholder 2">
            <a:extLst>
              <a:ext uri="{FF2B5EF4-FFF2-40B4-BE49-F238E27FC236}">
                <a16:creationId xmlns:a16="http://schemas.microsoft.com/office/drawing/2014/main" id="{9C37E9B7-863B-6FEB-5E35-885ED1194BFF}"/>
              </a:ext>
            </a:extLst>
          </p:cNvPr>
          <p:cNvSpPr>
            <a:spLocks noGrp="1"/>
          </p:cNvSpPr>
          <p:nvPr>
            <p:ph type="pic" sz="quarter" idx="68"/>
          </p:nvPr>
        </p:nvSpPr>
        <p:spPr>
          <a:xfrm>
            <a:off x="1290265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6" name="Picture Placeholder 2">
            <a:extLst>
              <a:ext uri="{FF2B5EF4-FFF2-40B4-BE49-F238E27FC236}">
                <a16:creationId xmlns:a16="http://schemas.microsoft.com/office/drawing/2014/main" id="{577FA631-E033-ADBD-0DC9-D0DB5E39C199}"/>
              </a:ext>
            </a:extLst>
          </p:cNvPr>
          <p:cNvSpPr>
            <a:spLocks noGrp="1"/>
          </p:cNvSpPr>
          <p:nvPr>
            <p:ph type="pic" sz="quarter" idx="69"/>
          </p:nvPr>
        </p:nvSpPr>
        <p:spPr>
          <a:xfrm>
            <a:off x="165684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7" name="Picture Placeholder 2">
            <a:extLst>
              <a:ext uri="{FF2B5EF4-FFF2-40B4-BE49-F238E27FC236}">
                <a16:creationId xmlns:a16="http://schemas.microsoft.com/office/drawing/2014/main" id="{381881A2-4556-E0E7-4976-CE4CA8B44BD2}"/>
              </a:ext>
            </a:extLst>
          </p:cNvPr>
          <p:cNvSpPr>
            <a:spLocks noGrp="1"/>
          </p:cNvSpPr>
          <p:nvPr>
            <p:ph type="pic" sz="quarter" idx="70"/>
          </p:nvPr>
        </p:nvSpPr>
        <p:spPr>
          <a:xfrm>
            <a:off x="2415973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8" name="Text Placeholder 7">
            <a:extLst>
              <a:ext uri="{FF2B5EF4-FFF2-40B4-BE49-F238E27FC236}">
                <a16:creationId xmlns:a16="http://schemas.microsoft.com/office/drawing/2014/main" id="{3E8E5407-C49C-0C9D-34F8-F6F0488021F6}"/>
              </a:ext>
            </a:extLst>
          </p:cNvPr>
          <p:cNvSpPr>
            <a:spLocks noGrp="1"/>
          </p:cNvSpPr>
          <p:nvPr>
            <p:ph type="body" sz="quarter" idx="71" hasCustomPrompt="1"/>
          </p:nvPr>
        </p:nvSpPr>
        <p:spPr>
          <a:xfrm>
            <a:off x="1668105" y="17063961"/>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9" name="Text Placeholder 7">
            <a:extLst>
              <a:ext uri="{FF2B5EF4-FFF2-40B4-BE49-F238E27FC236}">
                <a16:creationId xmlns:a16="http://schemas.microsoft.com/office/drawing/2014/main" id="{22DA5A94-C231-4766-8AC7-EF73C16EBD61}"/>
              </a:ext>
            </a:extLst>
          </p:cNvPr>
          <p:cNvSpPr>
            <a:spLocks noGrp="1"/>
          </p:cNvSpPr>
          <p:nvPr>
            <p:ph type="body" sz="quarter" idx="72" hasCustomPrompt="1"/>
          </p:nvPr>
        </p:nvSpPr>
        <p:spPr>
          <a:xfrm>
            <a:off x="1668105" y="17751568"/>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0" name="Text Placeholder 7">
            <a:extLst>
              <a:ext uri="{FF2B5EF4-FFF2-40B4-BE49-F238E27FC236}">
                <a16:creationId xmlns:a16="http://schemas.microsoft.com/office/drawing/2014/main" id="{00B4030C-05CF-B466-BA8F-C340617A5787}"/>
              </a:ext>
            </a:extLst>
          </p:cNvPr>
          <p:cNvSpPr>
            <a:spLocks noGrp="1"/>
          </p:cNvSpPr>
          <p:nvPr>
            <p:ph type="body" sz="quarter" idx="73" hasCustomPrompt="1"/>
          </p:nvPr>
        </p:nvSpPr>
        <p:spPr>
          <a:xfrm>
            <a:off x="12905609" y="17063961"/>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1" name="Text Placeholder 7">
            <a:extLst>
              <a:ext uri="{FF2B5EF4-FFF2-40B4-BE49-F238E27FC236}">
                <a16:creationId xmlns:a16="http://schemas.microsoft.com/office/drawing/2014/main" id="{894CEECC-D038-E547-DC3E-DE08CED8E7DA}"/>
              </a:ext>
            </a:extLst>
          </p:cNvPr>
          <p:cNvSpPr>
            <a:spLocks noGrp="1"/>
          </p:cNvSpPr>
          <p:nvPr>
            <p:ph type="body" sz="quarter" idx="74" hasCustomPrompt="1"/>
          </p:nvPr>
        </p:nvSpPr>
        <p:spPr>
          <a:xfrm>
            <a:off x="12905609" y="17751568"/>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2" name="Text Placeholder 7">
            <a:extLst>
              <a:ext uri="{FF2B5EF4-FFF2-40B4-BE49-F238E27FC236}">
                <a16:creationId xmlns:a16="http://schemas.microsoft.com/office/drawing/2014/main" id="{194DC10A-126A-4CF6-0FD2-5B6BB2EFDEBD}"/>
              </a:ext>
            </a:extLst>
          </p:cNvPr>
          <p:cNvSpPr>
            <a:spLocks noGrp="1"/>
          </p:cNvSpPr>
          <p:nvPr>
            <p:ph type="body" sz="quarter" idx="75" hasCustomPrompt="1"/>
          </p:nvPr>
        </p:nvSpPr>
        <p:spPr>
          <a:xfrm>
            <a:off x="24162576" y="17063961"/>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3" name="Text Placeholder 7">
            <a:extLst>
              <a:ext uri="{FF2B5EF4-FFF2-40B4-BE49-F238E27FC236}">
                <a16:creationId xmlns:a16="http://schemas.microsoft.com/office/drawing/2014/main" id="{57F8B789-2F41-F510-798B-CCE7F38AB05B}"/>
              </a:ext>
            </a:extLst>
          </p:cNvPr>
          <p:cNvSpPr>
            <a:spLocks noGrp="1"/>
          </p:cNvSpPr>
          <p:nvPr>
            <p:ph type="body" sz="quarter" idx="76" hasCustomPrompt="1"/>
          </p:nvPr>
        </p:nvSpPr>
        <p:spPr>
          <a:xfrm>
            <a:off x="24162576" y="17751568"/>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4" name="Title 1">
            <a:extLst>
              <a:ext uri="{FF2B5EF4-FFF2-40B4-BE49-F238E27FC236}">
                <a16:creationId xmlns:a16="http://schemas.microsoft.com/office/drawing/2014/main" id="{01540E5A-2872-4A69-C821-D69B87963A67}"/>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65" name="Text Placeholder 7">
            <a:extLst>
              <a:ext uri="{FF2B5EF4-FFF2-40B4-BE49-F238E27FC236}">
                <a16:creationId xmlns:a16="http://schemas.microsoft.com/office/drawing/2014/main" id="{C4FBCAD5-F75E-2024-91A6-AF69090C6A02}"/>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2370506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30" name="Text Placeholder 7">
            <a:extLst>
              <a:ext uri="{FF2B5EF4-FFF2-40B4-BE49-F238E27FC236}">
                <a16:creationId xmlns:a16="http://schemas.microsoft.com/office/drawing/2014/main" id="{544D2068-6849-9B7C-6BC5-5E5F7AA4A629}"/>
              </a:ext>
            </a:extLst>
          </p:cNvPr>
          <p:cNvSpPr>
            <a:spLocks noGrp="1"/>
          </p:cNvSpPr>
          <p:nvPr>
            <p:ph type="body" sz="quarter" idx="37" hasCustomPrompt="1"/>
          </p:nvPr>
        </p:nvSpPr>
        <p:spPr>
          <a:xfrm>
            <a:off x="14335071" y="17059122"/>
            <a:ext cx="795528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4" name="Text Placeholder 7">
            <a:extLst>
              <a:ext uri="{FF2B5EF4-FFF2-40B4-BE49-F238E27FC236}">
                <a16:creationId xmlns:a16="http://schemas.microsoft.com/office/drawing/2014/main" id="{CBD648D6-A7DD-1281-7F44-26AAC46ED236}"/>
              </a:ext>
            </a:extLst>
          </p:cNvPr>
          <p:cNvSpPr>
            <a:spLocks noGrp="1"/>
          </p:cNvSpPr>
          <p:nvPr>
            <p:ph type="body" sz="quarter" idx="39" hasCustomPrompt="1"/>
          </p:nvPr>
        </p:nvSpPr>
        <p:spPr>
          <a:xfrm>
            <a:off x="5886573" y="17059122"/>
            <a:ext cx="7970338"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5" name="Text Placeholder 7">
            <a:extLst>
              <a:ext uri="{FF2B5EF4-FFF2-40B4-BE49-F238E27FC236}">
                <a16:creationId xmlns:a16="http://schemas.microsoft.com/office/drawing/2014/main" id="{CA889FC2-EEE4-383A-34F1-AA6640C2BEE9}"/>
              </a:ext>
            </a:extLst>
          </p:cNvPr>
          <p:cNvSpPr>
            <a:spLocks noGrp="1"/>
          </p:cNvSpPr>
          <p:nvPr>
            <p:ph type="body" sz="quarter" idx="40" hasCustomPrompt="1"/>
          </p:nvPr>
        </p:nvSpPr>
        <p:spPr>
          <a:xfrm>
            <a:off x="14335071" y="17727056"/>
            <a:ext cx="795528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6" name="Text Placeholder 7">
            <a:extLst>
              <a:ext uri="{FF2B5EF4-FFF2-40B4-BE49-F238E27FC236}">
                <a16:creationId xmlns:a16="http://schemas.microsoft.com/office/drawing/2014/main" id="{97DD1B20-C6FB-A50F-E2B0-453434ECCBAC}"/>
              </a:ext>
            </a:extLst>
          </p:cNvPr>
          <p:cNvSpPr>
            <a:spLocks noGrp="1"/>
          </p:cNvSpPr>
          <p:nvPr>
            <p:ph type="body" sz="quarter" idx="43" hasCustomPrompt="1"/>
          </p:nvPr>
        </p:nvSpPr>
        <p:spPr>
          <a:xfrm>
            <a:off x="5886573" y="17727056"/>
            <a:ext cx="7970338"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7" name="Picture Placeholder 2">
            <a:extLst>
              <a:ext uri="{FF2B5EF4-FFF2-40B4-BE49-F238E27FC236}">
                <a16:creationId xmlns:a16="http://schemas.microsoft.com/office/drawing/2014/main" id="{AE5F378B-4650-A769-498F-70E97D832944}"/>
              </a:ext>
            </a:extLst>
          </p:cNvPr>
          <p:cNvSpPr>
            <a:spLocks noGrp="1"/>
          </p:cNvSpPr>
          <p:nvPr>
            <p:ph type="pic" sz="quarter" idx="46"/>
          </p:nvPr>
        </p:nvSpPr>
        <p:spPr>
          <a:xfrm>
            <a:off x="5886573"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8" name="Picture Placeholder 2">
            <a:extLst>
              <a:ext uri="{FF2B5EF4-FFF2-40B4-BE49-F238E27FC236}">
                <a16:creationId xmlns:a16="http://schemas.microsoft.com/office/drawing/2014/main" id="{4D0EBD50-D183-BA46-8F9A-CA94A31E251D}"/>
              </a:ext>
            </a:extLst>
          </p:cNvPr>
          <p:cNvSpPr>
            <a:spLocks noGrp="1"/>
          </p:cNvSpPr>
          <p:nvPr>
            <p:ph type="pic" sz="quarter" idx="47"/>
          </p:nvPr>
        </p:nvSpPr>
        <p:spPr>
          <a:xfrm>
            <a:off x="14335074"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8" name="Picture Placeholder 2">
            <a:extLst>
              <a:ext uri="{FF2B5EF4-FFF2-40B4-BE49-F238E27FC236}">
                <a16:creationId xmlns:a16="http://schemas.microsoft.com/office/drawing/2014/main" id="{B28D2A90-D084-131D-BC81-F32026B9D485}"/>
              </a:ext>
            </a:extLst>
          </p:cNvPr>
          <p:cNvSpPr>
            <a:spLocks noGrp="1"/>
          </p:cNvSpPr>
          <p:nvPr>
            <p:ph type="pic" sz="quarter" idx="48"/>
          </p:nvPr>
        </p:nvSpPr>
        <p:spPr>
          <a:xfrm>
            <a:off x="22783576"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9" name="Text Placeholder 7">
            <a:extLst>
              <a:ext uri="{FF2B5EF4-FFF2-40B4-BE49-F238E27FC236}">
                <a16:creationId xmlns:a16="http://schemas.microsoft.com/office/drawing/2014/main" id="{C31F641B-69D7-D8F7-664B-8DC4432B48D7}"/>
              </a:ext>
            </a:extLst>
          </p:cNvPr>
          <p:cNvSpPr>
            <a:spLocks noGrp="1"/>
          </p:cNvSpPr>
          <p:nvPr>
            <p:ph type="body" sz="quarter" idx="50" hasCustomPrompt="1"/>
          </p:nvPr>
        </p:nvSpPr>
        <p:spPr>
          <a:xfrm>
            <a:off x="22783575" y="17059122"/>
            <a:ext cx="7951467"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0" name="Text Placeholder 7">
            <a:extLst>
              <a:ext uri="{FF2B5EF4-FFF2-40B4-BE49-F238E27FC236}">
                <a16:creationId xmlns:a16="http://schemas.microsoft.com/office/drawing/2014/main" id="{523F0B05-8C96-0447-48C6-977D2CE10924}"/>
              </a:ext>
            </a:extLst>
          </p:cNvPr>
          <p:cNvSpPr>
            <a:spLocks noGrp="1"/>
          </p:cNvSpPr>
          <p:nvPr>
            <p:ph type="body" sz="quarter" idx="51" hasCustomPrompt="1"/>
          </p:nvPr>
        </p:nvSpPr>
        <p:spPr>
          <a:xfrm>
            <a:off x="22783575" y="17727056"/>
            <a:ext cx="7951467"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1" name="Picture Placeholder 2">
            <a:extLst>
              <a:ext uri="{FF2B5EF4-FFF2-40B4-BE49-F238E27FC236}">
                <a16:creationId xmlns:a16="http://schemas.microsoft.com/office/drawing/2014/main" id="{450F6A7B-55D2-E137-09E7-D5EB0FECCA2C}"/>
              </a:ext>
            </a:extLst>
          </p:cNvPr>
          <p:cNvSpPr>
            <a:spLocks noGrp="1"/>
          </p:cNvSpPr>
          <p:nvPr>
            <p:ph type="pic" sz="quarter" idx="24"/>
          </p:nvPr>
        </p:nvSpPr>
        <p:spPr>
          <a:xfrm>
            <a:off x="18534610"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2" name="Picture Placeholder 2">
            <a:extLst>
              <a:ext uri="{FF2B5EF4-FFF2-40B4-BE49-F238E27FC236}">
                <a16:creationId xmlns:a16="http://schemas.microsoft.com/office/drawing/2014/main" id="{36E7E436-EF57-51FD-A8FB-FDA402DAB660}"/>
              </a:ext>
            </a:extLst>
          </p:cNvPr>
          <p:cNvSpPr>
            <a:spLocks noGrp="1"/>
          </p:cNvSpPr>
          <p:nvPr>
            <p:ph type="pic" sz="quarter" idx="20"/>
          </p:nvPr>
        </p:nvSpPr>
        <p:spPr>
          <a:xfrm>
            <a:off x="10086108"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3" name="Picture Placeholder 2">
            <a:extLst>
              <a:ext uri="{FF2B5EF4-FFF2-40B4-BE49-F238E27FC236}">
                <a16:creationId xmlns:a16="http://schemas.microsoft.com/office/drawing/2014/main" id="{11D06D85-EEB0-0A4E-44A0-04EB0FDA4913}"/>
              </a:ext>
            </a:extLst>
          </p:cNvPr>
          <p:cNvSpPr>
            <a:spLocks noGrp="1"/>
          </p:cNvSpPr>
          <p:nvPr>
            <p:ph type="pic" sz="quarter" idx="52"/>
          </p:nvPr>
        </p:nvSpPr>
        <p:spPr>
          <a:xfrm>
            <a:off x="1637606"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5" name="Picture Placeholder 2">
            <a:extLst>
              <a:ext uri="{FF2B5EF4-FFF2-40B4-BE49-F238E27FC236}">
                <a16:creationId xmlns:a16="http://schemas.microsoft.com/office/drawing/2014/main" id="{9CAB601B-BE03-84B9-C2D3-F9A9DD36F0DA}"/>
              </a:ext>
            </a:extLst>
          </p:cNvPr>
          <p:cNvSpPr>
            <a:spLocks noGrp="1"/>
          </p:cNvSpPr>
          <p:nvPr>
            <p:ph type="pic" sz="quarter" idx="28"/>
          </p:nvPr>
        </p:nvSpPr>
        <p:spPr>
          <a:xfrm>
            <a:off x="26983113"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6" name="Text Placeholder 7">
            <a:extLst>
              <a:ext uri="{FF2B5EF4-FFF2-40B4-BE49-F238E27FC236}">
                <a16:creationId xmlns:a16="http://schemas.microsoft.com/office/drawing/2014/main" id="{2901EEFF-A05E-86EF-2959-BEBE7506CE37}"/>
              </a:ext>
            </a:extLst>
          </p:cNvPr>
          <p:cNvSpPr>
            <a:spLocks noGrp="1"/>
          </p:cNvSpPr>
          <p:nvPr>
            <p:ph type="body" sz="quarter" idx="59" hasCustomPrompt="1"/>
          </p:nvPr>
        </p:nvSpPr>
        <p:spPr>
          <a:xfrm>
            <a:off x="10094409"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7" name="Text Placeholder 7">
            <a:extLst>
              <a:ext uri="{FF2B5EF4-FFF2-40B4-BE49-F238E27FC236}">
                <a16:creationId xmlns:a16="http://schemas.microsoft.com/office/drawing/2014/main" id="{CA5DE0BE-2247-E600-19F8-62852DE95A34}"/>
              </a:ext>
            </a:extLst>
          </p:cNvPr>
          <p:cNvSpPr>
            <a:spLocks noGrp="1"/>
          </p:cNvSpPr>
          <p:nvPr>
            <p:ph type="body" sz="quarter" idx="60" hasCustomPrompt="1"/>
          </p:nvPr>
        </p:nvSpPr>
        <p:spPr>
          <a:xfrm>
            <a:off x="1637603" y="9981886"/>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8" name="Text Placeholder 7">
            <a:extLst>
              <a:ext uri="{FF2B5EF4-FFF2-40B4-BE49-F238E27FC236}">
                <a16:creationId xmlns:a16="http://schemas.microsoft.com/office/drawing/2014/main" id="{7D33E875-82FA-EFBA-E610-7A1BB8D8E0D0}"/>
              </a:ext>
            </a:extLst>
          </p:cNvPr>
          <p:cNvSpPr>
            <a:spLocks noGrp="1"/>
          </p:cNvSpPr>
          <p:nvPr>
            <p:ph type="body" sz="quarter" idx="61" hasCustomPrompt="1"/>
          </p:nvPr>
        </p:nvSpPr>
        <p:spPr>
          <a:xfrm>
            <a:off x="10094409"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9" name="Text Placeholder 7">
            <a:extLst>
              <a:ext uri="{FF2B5EF4-FFF2-40B4-BE49-F238E27FC236}">
                <a16:creationId xmlns:a16="http://schemas.microsoft.com/office/drawing/2014/main" id="{16E04D83-5D56-3ED0-0106-291190FF16C1}"/>
              </a:ext>
            </a:extLst>
          </p:cNvPr>
          <p:cNvSpPr>
            <a:spLocks noGrp="1"/>
          </p:cNvSpPr>
          <p:nvPr>
            <p:ph type="body" sz="quarter" idx="62" hasCustomPrompt="1"/>
          </p:nvPr>
        </p:nvSpPr>
        <p:spPr>
          <a:xfrm>
            <a:off x="1637603" y="10669493"/>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0" name="Text Placeholder 7">
            <a:extLst>
              <a:ext uri="{FF2B5EF4-FFF2-40B4-BE49-F238E27FC236}">
                <a16:creationId xmlns:a16="http://schemas.microsoft.com/office/drawing/2014/main" id="{B72D7370-4F41-FFA7-2106-37908325FCCD}"/>
              </a:ext>
            </a:extLst>
          </p:cNvPr>
          <p:cNvSpPr>
            <a:spLocks noGrp="1"/>
          </p:cNvSpPr>
          <p:nvPr>
            <p:ph type="body" sz="quarter" idx="63" hasCustomPrompt="1"/>
          </p:nvPr>
        </p:nvSpPr>
        <p:spPr>
          <a:xfrm>
            <a:off x="18534605"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1" name="Text Placeholder 7">
            <a:extLst>
              <a:ext uri="{FF2B5EF4-FFF2-40B4-BE49-F238E27FC236}">
                <a16:creationId xmlns:a16="http://schemas.microsoft.com/office/drawing/2014/main" id="{AFF43D71-DEF4-2B0C-C6B4-BCAFBD852717}"/>
              </a:ext>
            </a:extLst>
          </p:cNvPr>
          <p:cNvSpPr>
            <a:spLocks noGrp="1"/>
          </p:cNvSpPr>
          <p:nvPr>
            <p:ph type="body" sz="quarter" idx="64" hasCustomPrompt="1"/>
          </p:nvPr>
        </p:nvSpPr>
        <p:spPr>
          <a:xfrm>
            <a:off x="18534605"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2" name="Text Placeholder 7">
            <a:extLst>
              <a:ext uri="{FF2B5EF4-FFF2-40B4-BE49-F238E27FC236}">
                <a16:creationId xmlns:a16="http://schemas.microsoft.com/office/drawing/2014/main" id="{F818D8AD-CFB5-A8CB-CABB-19C1B1AFE5BA}"/>
              </a:ext>
            </a:extLst>
          </p:cNvPr>
          <p:cNvSpPr>
            <a:spLocks noGrp="1"/>
          </p:cNvSpPr>
          <p:nvPr>
            <p:ph type="body" sz="quarter" idx="65" hasCustomPrompt="1"/>
          </p:nvPr>
        </p:nvSpPr>
        <p:spPr>
          <a:xfrm>
            <a:off x="26983113" y="9981886"/>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3" name="Text Placeholder 7">
            <a:extLst>
              <a:ext uri="{FF2B5EF4-FFF2-40B4-BE49-F238E27FC236}">
                <a16:creationId xmlns:a16="http://schemas.microsoft.com/office/drawing/2014/main" id="{23409FA5-2A41-C5C8-6575-A607630F90FC}"/>
              </a:ext>
            </a:extLst>
          </p:cNvPr>
          <p:cNvSpPr>
            <a:spLocks noGrp="1"/>
          </p:cNvSpPr>
          <p:nvPr>
            <p:ph type="body" sz="quarter" idx="66" hasCustomPrompt="1"/>
          </p:nvPr>
        </p:nvSpPr>
        <p:spPr>
          <a:xfrm>
            <a:off x="26983113" y="10669493"/>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4" name="Title 1">
            <a:extLst>
              <a:ext uri="{FF2B5EF4-FFF2-40B4-BE49-F238E27FC236}">
                <a16:creationId xmlns:a16="http://schemas.microsoft.com/office/drawing/2014/main" id="{3B193957-7130-A79D-273C-851474BDCDC0}"/>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5" name="Text Placeholder 7">
            <a:extLst>
              <a:ext uri="{FF2B5EF4-FFF2-40B4-BE49-F238E27FC236}">
                <a16:creationId xmlns:a16="http://schemas.microsoft.com/office/drawing/2014/main" id="{DA822B21-EE98-CD37-EC99-C8836B3004D5}"/>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5900590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41" name="Picture Placeholder 2">
            <a:extLst>
              <a:ext uri="{FF2B5EF4-FFF2-40B4-BE49-F238E27FC236}">
                <a16:creationId xmlns:a16="http://schemas.microsoft.com/office/drawing/2014/main" id="{5EA57D4F-DD4C-CA06-8F17-B354B7AF0AE5}"/>
              </a:ext>
            </a:extLst>
          </p:cNvPr>
          <p:cNvSpPr>
            <a:spLocks noGrp="1"/>
          </p:cNvSpPr>
          <p:nvPr>
            <p:ph type="pic" sz="quarter" idx="46"/>
          </p:nvPr>
        </p:nvSpPr>
        <p:spPr>
          <a:xfrm>
            <a:off x="1637603"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2" name="Picture Placeholder 2">
            <a:extLst>
              <a:ext uri="{FF2B5EF4-FFF2-40B4-BE49-F238E27FC236}">
                <a16:creationId xmlns:a16="http://schemas.microsoft.com/office/drawing/2014/main" id="{06F88D93-EC5D-0F4F-2D03-D40CFF157D49}"/>
              </a:ext>
            </a:extLst>
          </p:cNvPr>
          <p:cNvSpPr>
            <a:spLocks noGrp="1"/>
          </p:cNvSpPr>
          <p:nvPr>
            <p:ph type="pic" sz="quarter" idx="47"/>
          </p:nvPr>
        </p:nvSpPr>
        <p:spPr>
          <a:xfrm>
            <a:off x="10086104"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3" name="Picture Placeholder 2">
            <a:extLst>
              <a:ext uri="{FF2B5EF4-FFF2-40B4-BE49-F238E27FC236}">
                <a16:creationId xmlns:a16="http://schemas.microsoft.com/office/drawing/2014/main" id="{E2460103-C7AD-1E73-A79D-2130A59BA43E}"/>
              </a:ext>
            </a:extLst>
          </p:cNvPr>
          <p:cNvSpPr>
            <a:spLocks noGrp="1"/>
          </p:cNvSpPr>
          <p:nvPr>
            <p:ph type="pic" sz="quarter" idx="48"/>
          </p:nvPr>
        </p:nvSpPr>
        <p:spPr>
          <a:xfrm>
            <a:off x="18534606"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4" name="Picture Placeholder 2">
            <a:extLst>
              <a:ext uri="{FF2B5EF4-FFF2-40B4-BE49-F238E27FC236}">
                <a16:creationId xmlns:a16="http://schemas.microsoft.com/office/drawing/2014/main" id="{CB4626F4-FF48-A6FD-42A0-87CB9D35E8BB}"/>
              </a:ext>
            </a:extLst>
          </p:cNvPr>
          <p:cNvSpPr>
            <a:spLocks noGrp="1"/>
          </p:cNvSpPr>
          <p:nvPr>
            <p:ph type="pic" sz="quarter" idx="24"/>
          </p:nvPr>
        </p:nvSpPr>
        <p:spPr>
          <a:xfrm>
            <a:off x="18534610"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5" name="Picture Placeholder 2">
            <a:extLst>
              <a:ext uri="{FF2B5EF4-FFF2-40B4-BE49-F238E27FC236}">
                <a16:creationId xmlns:a16="http://schemas.microsoft.com/office/drawing/2014/main" id="{EBBF469D-EB9A-C1CD-A4E0-EFCD4EF63ED8}"/>
              </a:ext>
            </a:extLst>
          </p:cNvPr>
          <p:cNvSpPr>
            <a:spLocks noGrp="1"/>
          </p:cNvSpPr>
          <p:nvPr>
            <p:ph type="pic" sz="quarter" idx="20"/>
          </p:nvPr>
        </p:nvSpPr>
        <p:spPr>
          <a:xfrm>
            <a:off x="10086108"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6" name="Picture Placeholder 2">
            <a:extLst>
              <a:ext uri="{FF2B5EF4-FFF2-40B4-BE49-F238E27FC236}">
                <a16:creationId xmlns:a16="http://schemas.microsoft.com/office/drawing/2014/main" id="{398E7A27-AB90-AE4B-9C41-537061139935}"/>
              </a:ext>
            </a:extLst>
          </p:cNvPr>
          <p:cNvSpPr>
            <a:spLocks noGrp="1"/>
          </p:cNvSpPr>
          <p:nvPr>
            <p:ph type="pic" sz="quarter" idx="52"/>
          </p:nvPr>
        </p:nvSpPr>
        <p:spPr>
          <a:xfrm>
            <a:off x="1637606"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7" name="Picture Placeholder 2">
            <a:extLst>
              <a:ext uri="{FF2B5EF4-FFF2-40B4-BE49-F238E27FC236}">
                <a16:creationId xmlns:a16="http://schemas.microsoft.com/office/drawing/2014/main" id="{375CDD23-925E-31A1-C3FF-2D6ED9D05AAB}"/>
              </a:ext>
            </a:extLst>
          </p:cNvPr>
          <p:cNvSpPr>
            <a:spLocks noGrp="1"/>
          </p:cNvSpPr>
          <p:nvPr>
            <p:ph type="pic" sz="quarter" idx="28"/>
          </p:nvPr>
        </p:nvSpPr>
        <p:spPr>
          <a:xfrm>
            <a:off x="26983113"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4" name="Picture Placeholder 2">
            <a:extLst>
              <a:ext uri="{FF2B5EF4-FFF2-40B4-BE49-F238E27FC236}">
                <a16:creationId xmlns:a16="http://schemas.microsoft.com/office/drawing/2014/main" id="{15BDAD05-3EAC-DFAA-EDD1-1D9E9C002116}"/>
              </a:ext>
            </a:extLst>
          </p:cNvPr>
          <p:cNvSpPr>
            <a:spLocks noGrp="1"/>
          </p:cNvSpPr>
          <p:nvPr>
            <p:ph type="pic" sz="quarter" idx="53"/>
          </p:nvPr>
        </p:nvSpPr>
        <p:spPr>
          <a:xfrm>
            <a:off x="26968061"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5" name="Text Placeholder 7">
            <a:extLst>
              <a:ext uri="{FF2B5EF4-FFF2-40B4-BE49-F238E27FC236}">
                <a16:creationId xmlns:a16="http://schemas.microsoft.com/office/drawing/2014/main" id="{2360B2E4-D618-5423-3E76-F376EBCA0102}"/>
              </a:ext>
            </a:extLst>
          </p:cNvPr>
          <p:cNvSpPr>
            <a:spLocks noGrp="1"/>
          </p:cNvSpPr>
          <p:nvPr>
            <p:ph type="body" sz="quarter" idx="59" hasCustomPrompt="1"/>
          </p:nvPr>
        </p:nvSpPr>
        <p:spPr>
          <a:xfrm>
            <a:off x="10094409"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6" name="Text Placeholder 7">
            <a:extLst>
              <a:ext uri="{FF2B5EF4-FFF2-40B4-BE49-F238E27FC236}">
                <a16:creationId xmlns:a16="http://schemas.microsoft.com/office/drawing/2014/main" id="{AD06D986-4434-AF51-6805-3B97BBB76942}"/>
              </a:ext>
            </a:extLst>
          </p:cNvPr>
          <p:cNvSpPr>
            <a:spLocks noGrp="1"/>
          </p:cNvSpPr>
          <p:nvPr>
            <p:ph type="body" sz="quarter" idx="60" hasCustomPrompt="1"/>
          </p:nvPr>
        </p:nvSpPr>
        <p:spPr>
          <a:xfrm>
            <a:off x="1637603" y="9981886"/>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7" name="Text Placeholder 7">
            <a:extLst>
              <a:ext uri="{FF2B5EF4-FFF2-40B4-BE49-F238E27FC236}">
                <a16:creationId xmlns:a16="http://schemas.microsoft.com/office/drawing/2014/main" id="{1F515353-8B00-746C-A2DE-32E93A0F1A02}"/>
              </a:ext>
            </a:extLst>
          </p:cNvPr>
          <p:cNvSpPr>
            <a:spLocks noGrp="1"/>
          </p:cNvSpPr>
          <p:nvPr>
            <p:ph type="body" sz="quarter" idx="61" hasCustomPrompt="1"/>
          </p:nvPr>
        </p:nvSpPr>
        <p:spPr>
          <a:xfrm>
            <a:off x="10094409"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8" name="Text Placeholder 7">
            <a:extLst>
              <a:ext uri="{FF2B5EF4-FFF2-40B4-BE49-F238E27FC236}">
                <a16:creationId xmlns:a16="http://schemas.microsoft.com/office/drawing/2014/main" id="{5744BB22-B21A-41F1-3AC0-E5405D3F38B9}"/>
              </a:ext>
            </a:extLst>
          </p:cNvPr>
          <p:cNvSpPr>
            <a:spLocks noGrp="1"/>
          </p:cNvSpPr>
          <p:nvPr>
            <p:ph type="body" sz="quarter" idx="62" hasCustomPrompt="1"/>
          </p:nvPr>
        </p:nvSpPr>
        <p:spPr>
          <a:xfrm>
            <a:off x="1637603" y="10669493"/>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9" name="Text Placeholder 7">
            <a:extLst>
              <a:ext uri="{FF2B5EF4-FFF2-40B4-BE49-F238E27FC236}">
                <a16:creationId xmlns:a16="http://schemas.microsoft.com/office/drawing/2014/main" id="{8435F4BE-979D-A31E-822F-BE5B89134C2E}"/>
              </a:ext>
            </a:extLst>
          </p:cNvPr>
          <p:cNvSpPr>
            <a:spLocks noGrp="1"/>
          </p:cNvSpPr>
          <p:nvPr>
            <p:ph type="body" sz="quarter" idx="63" hasCustomPrompt="1"/>
          </p:nvPr>
        </p:nvSpPr>
        <p:spPr>
          <a:xfrm>
            <a:off x="18534605"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0" name="Text Placeholder 7">
            <a:extLst>
              <a:ext uri="{FF2B5EF4-FFF2-40B4-BE49-F238E27FC236}">
                <a16:creationId xmlns:a16="http://schemas.microsoft.com/office/drawing/2014/main" id="{677BC232-CE11-33FD-E959-01E1784345E8}"/>
              </a:ext>
            </a:extLst>
          </p:cNvPr>
          <p:cNvSpPr>
            <a:spLocks noGrp="1"/>
          </p:cNvSpPr>
          <p:nvPr>
            <p:ph type="body" sz="quarter" idx="64" hasCustomPrompt="1"/>
          </p:nvPr>
        </p:nvSpPr>
        <p:spPr>
          <a:xfrm>
            <a:off x="18534605"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1" name="Text Placeholder 7">
            <a:extLst>
              <a:ext uri="{FF2B5EF4-FFF2-40B4-BE49-F238E27FC236}">
                <a16:creationId xmlns:a16="http://schemas.microsoft.com/office/drawing/2014/main" id="{44F4CD93-1747-0EB8-E78A-72E497AAB234}"/>
              </a:ext>
            </a:extLst>
          </p:cNvPr>
          <p:cNvSpPr>
            <a:spLocks noGrp="1"/>
          </p:cNvSpPr>
          <p:nvPr>
            <p:ph type="body" sz="quarter" idx="65" hasCustomPrompt="1"/>
          </p:nvPr>
        </p:nvSpPr>
        <p:spPr>
          <a:xfrm>
            <a:off x="26983113" y="9981886"/>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2" name="Text Placeholder 7">
            <a:extLst>
              <a:ext uri="{FF2B5EF4-FFF2-40B4-BE49-F238E27FC236}">
                <a16:creationId xmlns:a16="http://schemas.microsoft.com/office/drawing/2014/main" id="{1A697863-003A-44B9-586E-527F58EF7822}"/>
              </a:ext>
            </a:extLst>
          </p:cNvPr>
          <p:cNvSpPr>
            <a:spLocks noGrp="1"/>
          </p:cNvSpPr>
          <p:nvPr>
            <p:ph type="body" sz="quarter" idx="66" hasCustomPrompt="1"/>
          </p:nvPr>
        </p:nvSpPr>
        <p:spPr>
          <a:xfrm>
            <a:off x="26983113" y="10669493"/>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3" name="Text Placeholder 7">
            <a:extLst>
              <a:ext uri="{FF2B5EF4-FFF2-40B4-BE49-F238E27FC236}">
                <a16:creationId xmlns:a16="http://schemas.microsoft.com/office/drawing/2014/main" id="{F51F4D18-0362-FD9E-AC25-A4A81A8B19E3}"/>
              </a:ext>
            </a:extLst>
          </p:cNvPr>
          <p:cNvSpPr>
            <a:spLocks noGrp="1"/>
          </p:cNvSpPr>
          <p:nvPr>
            <p:ph type="body" sz="quarter" idx="67" hasCustomPrompt="1"/>
          </p:nvPr>
        </p:nvSpPr>
        <p:spPr>
          <a:xfrm>
            <a:off x="10087333" y="17059122"/>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4" name="Text Placeholder 7">
            <a:extLst>
              <a:ext uri="{FF2B5EF4-FFF2-40B4-BE49-F238E27FC236}">
                <a16:creationId xmlns:a16="http://schemas.microsoft.com/office/drawing/2014/main" id="{53B0CD77-A671-31CB-AC75-0C7EC845BB12}"/>
              </a:ext>
            </a:extLst>
          </p:cNvPr>
          <p:cNvSpPr>
            <a:spLocks noGrp="1"/>
          </p:cNvSpPr>
          <p:nvPr>
            <p:ph type="body" sz="quarter" idx="68" hasCustomPrompt="1"/>
          </p:nvPr>
        </p:nvSpPr>
        <p:spPr>
          <a:xfrm>
            <a:off x="1630527" y="17059122"/>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5" name="Text Placeholder 7">
            <a:extLst>
              <a:ext uri="{FF2B5EF4-FFF2-40B4-BE49-F238E27FC236}">
                <a16:creationId xmlns:a16="http://schemas.microsoft.com/office/drawing/2014/main" id="{D5373FC8-B0DB-5978-E125-CA5A68C02573}"/>
              </a:ext>
            </a:extLst>
          </p:cNvPr>
          <p:cNvSpPr>
            <a:spLocks noGrp="1"/>
          </p:cNvSpPr>
          <p:nvPr>
            <p:ph type="body" sz="quarter" idx="69" hasCustomPrompt="1"/>
          </p:nvPr>
        </p:nvSpPr>
        <p:spPr>
          <a:xfrm>
            <a:off x="10087333" y="17746729"/>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6" name="Text Placeholder 7">
            <a:extLst>
              <a:ext uri="{FF2B5EF4-FFF2-40B4-BE49-F238E27FC236}">
                <a16:creationId xmlns:a16="http://schemas.microsoft.com/office/drawing/2014/main" id="{E6B03167-9698-83DC-3B32-0493773EDDC2}"/>
              </a:ext>
            </a:extLst>
          </p:cNvPr>
          <p:cNvSpPr>
            <a:spLocks noGrp="1"/>
          </p:cNvSpPr>
          <p:nvPr>
            <p:ph type="body" sz="quarter" idx="70" hasCustomPrompt="1"/>
          </p:nvPr>
        </p:nvSpPr>
        <p:spPr>
          <a:xfrm>
            <a:off x="1630527" y="17746729"/>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7" name="Text Placeholder 7">
            <a:extLst>
              <a:ext uri="{FF2B5EF4-FFF2-40B4-BE49-F238E27FC236}">
                <a16:creationId xmlns:a16="http://schemas.microsoft.com/office/drawing/2014/main" id="{A6B7D653-72EF-B0B1-6654-9E4D6E8DCA75}"/>
              </a:ext>
            </a:extLst>
          </p:cNvPr>
          <p:cNvSpPr>
            <a:spLocks noGrp="1"/>
          </p:cNvSpPr>
          <p:nvPr>
            <p:ph type="body" sz="quarter" idx="71" hasCustomPrompt="1"/>
          </p:nvPr>
        </p:nvSpPr>
        <p:spPr>
          <a:xfrm>
            <a:off x="18527529" y="17059122"/>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8" name="Text Placeholder 7">
            <a:extLst>
              <a:ext uri="{FF2B5EF4-FFF2-40B4-BE49-F238E27FC236}">
                <a16:creationId xmlns:a16="http://schemas.microsoft.com/office/drawing/2014/main" id="{68246EB6-5778-F487-E211-E6E38EDCBD39}"/>
              </a:ext>
            </a:extLst>
          </p:cNvPr>
          <p:cNvSpPr>
            <a:spLocks noGrp="1"/>
          </p:cNvSpPr>
          <p:nvPr>
            <p:ph type="body" sz="quarter" idx="72" hasCustomPrompt="1"/>
          </p:nvPr>
        </p:nvSpPr>
        <p:spPr>
          <a:xfrm>
            <a:off x="18527529" y="17746729"/>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9" name="Text Placeholder 7">
            <a:extLst>
              <a:ext uri="{FF2B5EF4-FFF2-40B4-BE49-F238E27FC236}">
                <a16:creationId xmlns:a16="http://schemas.microsoft.com/office/drawing/2014/main" id="{46E19FE0-274C-8D86-A257-C3C9C6050C55}"/>
              </a:ext>
            </a:extLst>
          </p:cNvPr>
          <p:cNvSpPr>
            <a:spLocks noGrp="1"/>
          </p:cNvSpPr>
          <p:nvPr>
            <p:ph type="body" sz="quarter" idx="73" hasCustomPrompt="1"/>
          </p:nvPr>
        </p:nvSpPr>
        <p:spPr>
          <a:xfrm>
            <a:off x="26976037" y="17059122"/>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0" name="Text Placeholder 7">
            <a:extLst>
              <a:ext uri="{FF2B5EF4-FFF2-40B4-BE49-F238E27FC236}">
                <a16:creationId xmlns:a16="http://schemas.microsoft.com/office/drawing/2014/main" id="{6EE28B31-BBFD-198B-6E2A-89E9C4CCFA8B}"/>
              </a:ext>
            </a:extLst>
          </p:cNvPr>
          <p:cNvSpPr>
            <a:spLocks noGrp="1"/>
          </p:cNvSpPr>
          <p:nvPr>
            <p:ph type="body" sz="quarter" idx="74" hasCustomPrompt="1"/>
          </p:nvPr>
        </p:nvSpPr>
        <p:spPr>
          <a:xfrm>
            <a:off x="26976037" y="17746729"/>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1" name="Title 1">
            <a:extLst>
              <a:ext uri="{FF2B5EF4-FFF2-40B4-BE49-F238E27FC236}">
                <a16:creationId xmlns:a16="http://schemas.microsoft.com/office/drawing/2014/main" id="{7782373E-DEA5-D3FA-DF0B-FC71246BA41C}"/>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82" name="Text Placeholder 7">
            <a:extLst>
              <a:ext uri="{FF2B5EF4-FFF2-40B4-BE49-F238E27FC236}">
                <a16:creationId xmlns:a16="http://schemas.microsoft.com/office/drawing/2014/main" id="{66E4B878-2BFA-C852-759E-04F4BD4E4538}"/>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9590639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37" name="Text Placeholder 7">
            <a:extLst>
              <a:ext uri="{FF2B5EF4-FFF2-40B4-BE49-F238E27FC236}">
                <a16:creationId xmlns:a16="http://schemas.microsoft.com/office/drawing/2014/main" id="{AC8872D6-E3D9-128D-6975-7E43AE049DD0}"/>
              </a:ext>
            </a:extLst>
          </p:cNvPr>
          <p:cNvSpPr>
            <a:spLocks noGrp="1"/>
          </p:cNvSpPr>
          <p:nvPr>
            <p:ph type="body" sz="quarter" idx="37" hasCustomPrompt="1"/>
          </p:nvPr>
        </p:nvSpPr>
        <p:spPr>
          <a:xfrm>
            <a:off x="11782110" y="17059122"/>
            <a:ext cx="626148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8" name="Text Placeholder 7">
            <a:extLst>
              <a:ext uri="{FF2B5EF4-FFF2-40B4-BE49-F238E27FC236}">
                <a16:creationId xmlns:a16="http://schemas.microsoft.com/office/drawing/2014/main" id="{124D63DA-1ECC-62E5-3223-DD9853116B97}"/>
              </a:ext>
            </a:extLst>
          </p:cNvPr>
          <p:cNvSpPr>
            <a:spLocks noGrp="1"/>
          </p:cNvSpPr>
          <p:nvPr>
            <p:ph type="body" sz="quarter" idx="39" hasCustomPrompt="1"/>
          </p:nvPr>
        </p:nvSpPr>
        <p:spPr>
          <a:xfrm>
            <a:off x="5037420" y="17059122"/>
            <a:ext cx="625484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8" name="Text Placeholder 7">
            <a:extLst>
              <a:ext uri="{FF2B5EF4-FFF2-40B4-BE49-F238E27FC236}">
                <a16:creationId xmlns:a16="http://schemas.microsoft.com/office/drawing/2014/main" id="{4296C6CE-75C2-58D3-2077-098855EC5071}"/>
              </a:ext>
            </a:extLst>
          </p:cNvPr>
          <p:cNvSpPr>
            <a:spLocks noGrp="1"/>
          </p:cNvSpPr>
          <p:nvPr>
            <p:ph type="body" sz="quarter" idx="40" hasCustomPrompt="1"/>
          </p:nvPr>
        </p:nvSpPr>
        <p:spPr>
          <a:xfrm>
            <a:off x="11782110" y="17727056"/>
            <a:ext cx="626148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9" name="Text Placeholder 7">
            <a:extLst>
              <a:ext uri="{FF2B5EF4-FFF2-40B4-BE49-F238E27FC236}">
                <a16:creationId xmlns:a16="http://schemas.microsoft.com/office/drawing/2014/main" id="{CB889168-9CA5-7858-11A4-7E282071DDD1}"/>
              </a:ext>
            </a:extLst>
          </p:cNvPr>
          <p:cNvSpPr>
            <a:spLocks noGrp="1"/>
          </p:cNvSpPr>
          <p:nvPr>
            <p:ph type="body" sz="quarter" idx="43" hasCustomPrompt="1"/>
          </p:nvPr>
        </p:nvSpPr>
        <p:spPr>
          <a:xfrm>
            <a:off x="5037420" y="17727056"/>
            <a:ext cx="625484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0" name="Picture Placeholder 2">
            <a:extLst>
              <a:ext uri="{FF2B5EF4-FFF2-40B4-BE49-F238E27FC236}">
                <a16:creationId xmlns:a16="http://schemas.microsoft.com/office/drawing/2014/main" id="{3F8F5E2E-FAA9-873C-63EB-B4940E3D4908}"/>
              </a:ext>
            </a:extLst>
          </p:cNvPr>
          <p:cNvSpPr>
            <a:spLocks noGrp="1"/>
          </p:cNvSpPr>
          <p:nvPr>
            <p:ph type="pic" sz="quarter" idx="46"/>
          </p:nvPr>
        </p:nvSpPr>
        <p:spPr>
          <a:xfrm>
            <a:off x="5021177"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1" name="Picture Placeholder 2">
            <a:extLst>
              <a:ext uri="{FF2B5EF4-FFF2-40B4-BE49-F238E27FC236}">
                <a16:creationId xmlns:a16="http://schemas.microsoft.com/office/drawing/2014/main" id="{119A3EE3-90A6-60F9-3E78-60D1CE1FB244}"/>
              </a:ext>
            </a:extLst>
          </p:cNvPr>
          <p:cNvSpPr>
            <a:spLocks noGrp="1"/>
          </p:cNvSpPr>
          <p:nvPr>
            <p:ph type="pic" sz="quarter" idx="47"/>
          </p:nvPr>
        </p:nvSpPr>
        <p:spPr>
          <a:xfrm>
            <a:off x="11779715"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2" name="Picture Placeholder 2">
            <a:extLst>
              <a:ext uri="{FF2B5EF4-FFF2-40B4-BE49-F238E27FC236}">
                <a16:creationId xmlns:a16="http://schemas.microsoft.com/office/drawing/2014/main" id="{C639A2E5-6B54-F354-C964-79CE29BEB3D6}"/>
              </a:ext>
            </a:extLst>
          </p:cNvPr>
          <p:cNvSpPr>
            <a:spLocks noGrp="1"/>
          </p:cNvSpPr>
          <p:nvPr>
            <p:ph type="pic" sz="quarter" idx="48"/>
          </p:nvPr>
        </p:nvSpPr>
        <p:spPr>
          <a:xfrm>
            <a:off x="25286158"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3" name="Text Placeholder 7">
            <a:extLst>
              <a:ext uri="{FF2B5EF4-FFF2-40B4-BE49-F238E27FC236}">
                <a16:creationId xmlns:a16="http://schemas.microsoft.com/office/drawing/2014/main" id="{405A4B4F-FDD8-68B8-BEC0-2C9F5E7703BC}"/>
              </a:ext>
            </a:extLst>
          </p:cNvPr>
          <p:cNvSpPr>
            <a:spLocks noGrp="1"/>
          </p:cNvSpPr>
          <p:nvPr>
            <p:ph type="body" sz="quarter" idx="50" hasCustomPrompt="1"/>
          </p:nvPr>
        </p:nvSpPr>
        <p:spPr>
          <a:xfrm>
            <a:off x="18532409" y="17059122"/>
            <a:ext cx="626364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5" name="Text Placeholder 7">
            <a:extLst>
              <a:ext uri="{FF2B5EF4-FFF2-40B4-BE49-F238E27FC236}">
                <a16:creationId xmlns:a16="http://schemas.microsoft.com/office/drawing/2014/main" id="{6A9D8994-57AB-FC46-F970-8A9BC7CAD264}"/>
              </a:ext>
            </a:extLst>
          </p:cNvPr>
          <p:cNvSpPr>
            <a:spLocks noGrp="1"/>
          </p:cNvSpPr>
          <p:nvPr>
            <p:ph type="body" sz="quarter" idx="51" hasCustomPrompt="1"/>
          </p:nvPr>
        </p:nvSpPr>
        <p:spPr>
          <a:xfrm>
            <a:off x="18532409" y="17727056"/>
            <a:ext cx="626364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6" name="Picture Placeholder 2">
            <a:extLst>
              <a:ext uri="{FF2B5EF4-FFF2-40B4-BE49-F238E27FC236}">
                <a16:creationId xmlns:a16="http://schemas.microsoft.com/office/drawing/2014/main" id="{34A2868F-2DD9-684C-4C82-813EEBD15ACA}"/>
              </a:ext>
            </a:extLst>
          </p:cNvPr>
          <p:cNvSpPr>
            <a:spLocks noGrp="1"/>
          </p:cNvSpPr>
          <p:nvPr>
            <p:ph type="pic" sz="quarter" idx="24"/>
          </p:nvPr>
        </p:nvSpPr>
        <p:spPr>
          <a:xfrm>
            <a:off x="15152060"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7" name="Picture Placeholder 2">
            <a:extLst>
              <a:ext uri="{FF2B5EF4-FFF2-40B4-BE49-F238E27FC236}">
                <a16:creationId xmlns:a16="http://schemas.microsoft.com/office/drawing/2014/main" id="{D2FB10F1-37BA-6882-EBF3-73F1E627FFB6}"/>
              </a:ext>
            </a:extLst>
          </p:cNvPr>
          <p:cNvSpPr>
            <a:spLocks noGrp="1"/>
          </p:cNvSpPr>
          <p:nvPr>
            <p:ph type="pic" sz="quarter" idx="20"/>
          </p:nvPr>
        </p:nvSpPr>
        <p:spPr>
          <a:xfrm>
            <a:off x="8394833"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8" name="Picture Placeholder 2">
            <a:extLst>
              <a:ext uri="{FF2B5EF4-FFF2-40B4-BE49-F238E27FC236}">
                <a16:creationId xmlns:a16="http://schemas.microsoft.com/office/drawing/2014/main" id="{F7972475-48C0-DE70-4A42-09E610902CE7}"/>
              </a:ext>
            </a:extLst>
          </p:cNvPr>
          <p:cNvSpPr>
            <a:spLocks noGrp="1"/>
          </p:cNvSpPr>
          <p:nvPr>
            <p:ph type="pic" sz="quarter" idx="52"/>
          </p:nvPr>
        </p:nvSpPr>
        <p:spPr>
          <a:xfrm>
            <a:off x="1637606"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9" name="Picture Placeholder 2">
            <a:extLst>
              <a:ext uri="{FF2B5EF4-FFF2-40B4-BE49-F238E27FC236}">
                <a16:creationId xmlns:a16="http://schemas.microsoft.com/office/drawing/2014/main" id="{03F70687-E13E-779B-ECD8-584B6FB4FB10}"/>
              </a:ext>
            </a:extLst>
          </p:cNvPr>
          <p:cNvSpPr>
            <a:spLocks noGrp="1"/>
          </p:cNvSpPr>
          <p:nvPr>
            <p:ph type="pic" sz="quarter" idx="28"/>
          </p:nvPr>
        </p:nvSpPr>
        <p:spPr>
          <a:xfrm>
            <a:off x="21909287"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70" name="Picture Placeholder 2">
            <a:extLst>
              <a:ext uri="{FF2B5EF4-FFF2-40B4-BE49-F238E27FC236}">
                <a16:creationId xmlns:a16="http://schemas.microsoft.com/office/drawing/2014/main" id="{EB21B6ED-31E4-7226-13B1-F2AA1B5EC045}"/>
              </a:ext>
            </a:extLst>
          </p:cNvPr>
          <p:cNvSpPr>
            <a:spLocks noGrp="1"/>
          </p:cNvSpPr>
          <p:nvPr>
            <p:ph type="pic" sz="quarter" idx="53"/>
          </p:nvPr>
        </p:nvSpPr>
        <p:spPr>
          <a:xfrm>
            <a:off x="28666515"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71" name="Picture Placeholder 2">
            <a:extLst>
              <a:ext uri="{FF2B5EF4-FFF2-40B4-BE49-F238E27FC236}">
                <a16:creationId xmlns:a16="http://schemas.microsoft.com/office/drawing/2014/main" id="{6C21D96F-4A3F-E55C-9A59-55E018F25D9C}"/>
              </a:ext>
            </a:extLst>
          </p:cNvPr>
          <p:cNvSpPr>
            <a:spLocks noGrp="1"/>
          </p:cNvSpPr>
          <p:nvPr>
            <p:ph type="pic" sz="quarter" idx="54"/>
          </p:nvPr>
        </p:nvSpPr>
        <p:spPr>
          <a:xfrm>
            <a:off x="18527620"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72" name="Text Placeholder 7">
            <a:extLst>
              <a:ext uri="{FF2B5EF4-FFF2-40B4-BE49-F238E27FC236}">
                <a16:creationId xmlns:a16="http://schemas.microsoft.com/office/drawing/2014/main" id="{485D12D2-2B06-3201-0659-EE86413C68DB}"/>
              </a:ext>
            </a:extLst>
          </p:cNvPr>
          <p:cNvSpPr>
            <a:spLocks noGrp="1"/>
          </p:cNvSpPr>
          <p:nvPr>
            <p:ph type="body" sz="quarter" idx="55" hasCustomPrompt="1"/>
          </p:nvPr>
        </p:nvSpPr>
        <p:spPr>
          <a:xfrm>
            <a:off x="25307424" y="17059122"/>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3" name="Text Placeholder 7">
            <a:extLst>
              <a:ext uri="{FF2B5EF4-FFF2-40B4-BE49-F238E27FC236}">
                <a16:creationId xmlns:a16="http://schemas.microsoft.com/office/drawing/2014/main" id="{7241A741-AE7C-3428-6194-0F6E94BF06FB}"/>
              </a:ext>
            </a:extLst>
          </p:cNvPr>
          <p:cNvSpPr>
            <a:spLocks noGrp="1"/>
          </p:cNvSpPr>
          <p:nvPr>
            <p:ph type="body" sz="quarter" idx="56" hasCustomPrompt="1"/>
          </p:nvPr>
        </p:nvSpPr>
        <p:spPr>
          <a:xfrm>
            <a:off x="25307424" y="17727056"/>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4" name="Text Placeholder 7">
            <a:extLst>
              <a:ext uri="{FF2B5EF4-FFF2-40B4-BE49-F238E27FC236}">
                <a16:creationId xmlns:a16="http://schemas.microsoft.com/office/drawing/2014/main" id="{8D28CF82-511F-AF83-F5D5-77ECB99010E2}"/>
              </a:ext>
            </a:extLst>
          </p:cNvPr>
          <p:cNvSpPr>
            <a:spLocks noGrp="1"/>
          </p:cNvSpPr>
          <p:nvPr>
            <p:ph type="body" sz="quarter" idx="57" hasCustomPrompt="1"/>
          </p:nvPr>
        </p:nvSpPr>
        <p:spPr>
          <a:xfrm>
            <a:off x="15141913"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1" name="Text Placeholder 7">
            <a:extLst>
              <a:ext uri="{FF2B5EF4-FFF2-40B4-BE49-F238E27FC236}">
                <a16:creationId xmlns:a16="http://schemas.microsoft.com/office/drawing/2014/main" id="{1439B33F-68A6-6AFE-68C2-8A0B706EE9E2}"/>
              </a:ext>
            </a:extLst>
          </p:cNvPr>
          <p:cNvSpPr>
            <a:spLocks noGrp="1"/>
          </p:cNvSpPr>
          <p:nvPr>
            <p:ph type="body" sz="quarter" idx="58" hasCustomPrompt="1"/>
          </p:nvPr>
        </p:nvSpPr>
        <p:spPr>
          <a:xfrm>
            <a:off x="8391957"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2" name="Text Placeholder 7">
            <a:extLst>
              <a:ext uri="{FF2B5EF4-FFF2-40B4-BE49-F238E27FC236}">
                <a16:creationId xmlns:a16="http://schemas.microsoft.com/office/drawing/2014/main" id="{1B9EFC83-50E5-49BB-B838-4F101E95ABDC}"/>
              </a:ext>
            </a:extLst>
          </p:cNvPr>
          <p:cNvSpPr>
            <a:spLocks noGrp="1"/>
          </p:cNvSpPr>
          <p:nvPr>
            <p:ph type="body" sz="quarter" idx="59" hasCustomPrompt="1"/>
          </p:nvPr>
        </p:nvSpPr>
        <p:spPr>
          <a:xfrm>
            <a:off x="15141913"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3" name="Text Placeholder 7">
            <a:extLst>
              <a:ext uri="{FF2B5EF4-FFF2-40B4-BE49-F238E27FC236}">
                <a16:creationId xmlns:a16="http://schemas.microsoft.com/office/drawing/2014/main" id="{BFB3F389-B76A-63C4-BC38-E857B1B0979C}"/>
              </a:ext>
            </a:extLst>
          </p:cNvPr>
          <p:cNvSpPr>
            <a:spLocks noGrp="1"/>
          </p:cNvSpPr>
          <p:nvPr>
            <p:ph type="body" sz="quarter" idx="60" hasCustomPrompt="1"/>
          </p:nvPr>
        </p:nvSpPr>
        <p:spPr>
          <a:xfrm>
            <a:off x="8391957"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4" name="Text Placeholder 7">
            <a:extLst>
              <a:ext uri="{FF2B5EF4-FFF2-40B4-BE49-F238E27FC236}">
                <a16:creationId xmlns:a16="http://schemas.microsoft.com/office/drawing/2014/main" id="{8AAEBAC8-FBC5-9068-A8B4-AEE29F8FC0A3}"/>
              </a:ext>
            </a:extLst>
          </p:cNvPr>
          <p:cNvSpPr>
            <a:spLocks noGrp="1"/>
          </p:cNvSpPr>
          <p:nvPr>
            <p:ph type="body" sz="quarter" idx="61" hasCustomPrompt="1"/>
          </p:nvPr>
        </p:nvSpPr>
        <p:spPr>
          <a:xfrm>
            <a:off x="21900662"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5" name="Text Placeholder 7">
            <a:extLst>
              <a:ext uri="{FF2B5EF4-FFF2-40B4-BE49-F238E27FC236}">
                <a16:creationId xmlns:a16="http://schemas.microsoft.com/office/drawing/2014/main" id="{A17BBB11-F155-8A2D-2741-A48639DDC938}"/>
              </a:ext>
            </a:extLst>
          </p:cNvPr>
          <p:cNvSpPr>
            <a:spLocks noGrp="1"/>
          </p:cNvSpPr>
          <p:nvPr>
            <p:ph type="body" sz="quarter" idx="62" hasCustomPrompt="1"/>
          </p:nvPr>
        </p:nvSpPr>
        <p:spPr>
          <a:xfrm>
            <a:off x="21900662"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6" name="Text Placeholder 7">
            <a:extLst>
              <a:ext uri="{FF2B5EF4-FFF2-40B4-BE49-F238E27FC236}">
                <a16:creationId xmlns:a16="http://schemas.microsoft.com/office/drawing/2014/main" id="{74BB25EE-CFA9-E005-5BB1-CAC4EA6436EA}"/>
              </a:ext>
            </a:extLst>
          </p:cNvPr>
          <p:cNvSpPr>
            <a:spLocks noGrp="1"/>
          </p:cNvSpPr>
          <p:nvPr>
            <p:ph type="body" sz="quarter" idx="63" hasCustomPrompt="1"/>
          </p:nvPr>
        </p:nvSpPr>
        <p:spPr>
          <a:xfrm>
            <a:off x="28666515" y="9981886"/>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7" name="Text Placeholder 7">
            <a:extLst>
              <a:ext uri="{FF2B5EF4-FFF2-40B4-BE49-F238E27FC236}">
                <a16:creationId xmlns:a16="http://schemas.microsoft.com/office/drawing/2014/main" id="{3505C59D-AFAD-58D3-4166-F5257E096C44}"/>
              </a:ext>
            </a:extLst>
          </p:cNvPr>
          <p:cNvSpPr>
            <a:spLocks noGrp="1"/>
          </p:cNvSpPr>
          <p:nvPr>
            <p:ph type="body" sz="quarter" idx="64" hasCustomPrompt="1"/>
          </p:nvPr>
        </p:nvSpPr>
        <p:spPr>
          <a:xfrm>
            <a:off x="28666515" y="10669493"/>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8" name="Text Placeholder 7">
            <a:extLst>
              <a:ext uri="{FF2B5EF4-FFF2-40B4-BE49-F238E27FC236}">
                <a16:creationId xmlns:a16="http://schemas.microsoft.com/office/drawing/2014/main" id="{9183A493-96AB-21A4-F2F2-55F4C25B4A32}"/>
              </a:ext>
            </a:extLst>
          </p:cNvPr>
          <p:cNvSpPr>
            <a:spLocks noGrp="1"/>
          </p:cNvSpPr>
          <p:nvPr>
            <p:ph type="body" sz="quarter" idx="65" hasCustomPrompt="1"/>
          </p:nvPr>
        </p:nvSpPr>
        <p:spPr>
          <a:xfrm>
            <a:off x="1637606"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9" name="Text Placeholder 7">
            <a:extLst>
              <a:ext uri="{FF2B5EF4-FFF2-40B4-BE49-F238E27FC236}">
                <a16:creationId xmlns:a16="http://schemas.microsoft.com/office/drawing/2014/main" id="{39F09929-49C9-A912-1E78-C37DD2A4005F}"/>
              </a:ext>
            </a:extLst>
          </p:cNvPr>
          <p:cNvSpPr>
            <a:spLocks noGrp="1"/>
          </p:cNvSpPr>
          <p:nvPr>
            <p:ph type="body" sz="quarter" idx="66" hasCustomPrompt="1"/>
          </p:nvPr>
        </p:nvSpPr>
        <p:spPr>
          <a:xfrm>
            <a:off x="1637606"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90" name="Title 1">
            <a:extLst>
              <a:ext uri="{FF2B5EF4-FFF2-40B4-BE49-F238E27FC236}">
                <a16:creationId xmlns:a16="http://schemas.microsoft.com/office/drawing/2014/main" id="{2700C3A0-30EC-1996-7732-DE4E1CF959F1}"/>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91" name="Text Placeholder 7">
            <a:extLst>
              <a:ext uri="{FF2B5EF4-FFF2-40B4-BE49-F238E27FC236}">
                <a16:creationId xmlns:a16="http://schemas.microsoft.com/office/drawing/2014/main" id="{A0EDA14A-3243-B144-7B6A-EA7981E5DC1E}"/>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8185919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39" name="Text Placeholder 7">
            <a:extLst>
              <a:ext uri="{FF2B5EF4-FFF2-40B4-BE49-F238E27FC236}">
                <a16:creationId xmlns:a16="http://schemas.microsoft.com/office/drawing/2014/main" id="{E9B94E87-6C45-B9E5-F5AE-D69D71E61652}"/>
              </a:ext>
            </a:extLst>
          </p:cNvPr>
          <p:cNvSpPr>
            <a:spLocks noGrp="1"/>
          </p:cNvSpPr>
          <p:nvPr>
            <p:ph type="body" sz="quarter" idx="37" hasCustomPrompt="1"/>
          </p:nvPr>
        </p:nvSpPr>
        <p:spPr>
          <a:xfrm>
            <a:off x="8382295" y="17059122"/>
            <a:ext cx="626148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0" name="Text Placeholder 7">
            <a:extLst>
              <a:ext uri="{FF2B5EF4-FFF2-40B4-BE49-F238E27FC236}">
                <a16:creationId xmlns:a16="http://schemas.microsoft.com/office/drawing/2014/main" id="{960A4EC5-468D-A3E6-9294-084BA073A235}"/>
              </a:ext>
            </a:extLst>
          </p:cNvPr>
          <p:cNvSpPr>
            <a:spLocks noGrp="1"/>
          </p:cNvSpPr>
          <p:nvPr>
            <p:ph type="body" sz="quarter" idx="39" hasCustomPrompt="1"/>
          </p:nvPr>
        </p:nvSpPr>
        <p:spPr>
          <a:xfrm>
            <a:off x="1637605" y="17059122"/>
            <a:ext cx="625484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2" name="Text Placeholder 7">
            <a:extLst>
              <a:ext uri="{FF2B5EF4-FFF2-40B4-BE49-F238E27FC236}">
                <a16:creationId xmlns:a16="http://schemas.microsoft.com/office/drawing/2014/main" id="{7AB65765-2201-817D-E699-AB8E899F5A05}"/>
              </a:ext>
            </a:extLst>
          </p:cNvPr>
          <p:cNvSpPr>
            <a:spLocks noGrp="1"/>
          </p:cNvSpPr>
          <p:nvPr>
            <p:ph type="body" sz="quarter" idx="40" hasCustomPrompt="1"/>
          </p:nvPr>
        </p:nvSpPr>
        <p:spPr>
          <a:xfrm>
            <a:off x="8382295" y="17727056"/>
            <a:ext cx="626148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4" name="Text Placeholder 7">
            <a:extLst>
              <a:ext uri="{FF2B5EF4-FFF2-40B4-BE49-F238E27FC236}">
                <a16:creationId xmlns:a16="http://schemas.microsoft.com/office/drawing/2014/main" id="{A54B1517-FE34-AAC0-C4EE-52F7D477D2DC}"/>
              </a:ext>
            </a:extLst>
          </p:cNvPr>
          <p:cNvSpPr>
            <a:spLocks noGrp="1"/>
          </p:cNvSpPr>
          <p:nvPr>
            <p:ph type="body" sz="quarter" idx="43" hasCustomPrompt="1"/>
          </p:nvPr>
        </p:nvSpPr>
        <p:spPr>
          <a:xfrm>
            <a:off x="1637605" y="17727056"/>
            <a:ext cx="625484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5" name="Picture Placeholder 2">
            <a:extLst>
              <a:ext uri="{FF2B5EF4-FFF2-40B4-BE49-F238E27FC236}">
                <a16:creationId xmlns:a16="http://schemas.microsoft.com/office/drawing/2014/main" id="{30BC2C71-2AC1-DDC7-734C-63EE3CA218F6}"/>
              </a:ext>
            </a:extLst>
          </p:cNvPr>
          <p:cNvSpPr>
            <a:spLocks noGrp="1"/>
          </p:cNvSpPr>
          <p:nvPr>
            <p:ph type="pic" sz="quarter" idx="46"/>
          </p:nvPr>
        </p:nvSpPr>
        <p:spPr>
          <a:xfrm>
            <a:off x="1637605"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6" name="Picture Placeholder 2">
            <a:extLst>
              <a:ext uri="{FF2B5EF4-FFF2-40B4-BE49-F238E27FC236}">
                <a16:creationId xmlns:a16="http://schemas.microsoft.com/office/drawing/2014/main" id="{4A5495BC-7C50-8C58-B54F-D3C882FECC10}"/>
              </a:ext>
            </a:extLst>
          </p:cNvPr>
          <p:cNvSpPr>
            <a:spLocks noGrp="1"/>
          </p:cNvSpPr>
          <p:nvPr>
            <p:ph type="pic" sz="quarter" idx="47"/>
          </p:nvPr>
        </p:nvSpPr>
        <p:spPr>
          <a:xfrm>
            <a:off x="8396143"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7" name="Picture Placeholder 2">
            <a:extLst>
              <a:ext uri="{FF2B5EF4-FFF2-40B4-BE49-F238E27FC236}">
                <a16:creationId xmlns:a16="http://schemas.microsoft.com/office/drawing/2014/main" id="{48C56C91-18A4-7D8E-94FC-6714566B099C}"/>
              </a:ext>
            </a:extLst>
          </p:cNvPr>
          <p:cNvSpPr>
            <a:spLocks noGrp="1"/>
          </p:cNvSpPr>
          <p:nvPr>
            <p:ph type="pic" sz="quarter" idx="48"/>
          </p:nvPr>
        </p:nvSpPr>
        <p:spPr>
          <a:xfrm>
            <a:off x="21902586"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4" name="Text Placeholder 7">
            <a:extLst>
              <a:ext uri="{FF2B5EF4-FFF2-40B4-BE49-F238E27FC236}">
                <a16:creationId xmlns:a16="http://schemas.microsoft.com/office/drawing/2014/main" id="{528A02C1-AD1D-1EE4-C6AC-3B590D527780}"/>
              </a:ext>
            </a:extLst>
          </p:cNvPr>
          <p:cNvSpPr>
            <a:spLocks noGrp="1"/>
          </p:cNvSpPr>
          <p:nvPr>
            <p:ph type="body" sz="quarter" idx="50" hasCustomPrompt="1"/>
          </p:nvPr>
        </p:nvSpPr>
        <p:spPr>
          <a:xfrm>
            <a:off x="15132594" y="17059122"/>
            <a:ext cx="626364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5" name="Text Placeholder 7">
            <a:extLst>
              <a:ext uri="{FF2B5EF4-FFF2-40B4-BE49-F238E27FC236}">
                <a16:creationId xmlns:a16="http://schemas.microsoft.com/office/drawing/2014/main" id="{F1D675D5-3EFF-B8AD-BA35-187E996A9B67}"/>
              </a:ext>
            </a:extLst>
          </p:cNvPr>
          <p:cNvSpPr>
            <a:spLocks noGrp="1"/>
          </p:cNvSpPr>
          <p:nvPr>
            <p:ph type="body" sz="quarter" idx="51" hasCustomPrompt="1"/>
          </p:nvPr>
        </p:nvSpPr>
        <p:spPr>
          <a:xfrm>
            <a:off x="15132594" y="17727056"/>
            <a:ext cx="626364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6" name="Picture Placeholder 2">
            <a:extLst>
              <a:ext uri="{FF2B5EF4-FFF2-40B4-BE49-F238E27FC236}">
                <a16:creationId xmlns:a16="http://schemas.microsoft.com/office/drawing/2014/main" id="{F1029ABF-1C3A-2F51-92CB-AA5A3AC353FE}"/>
              </a:ext>
            </a:extLst>
          </p:cNvPr>
          <p:cNvSpPr>
            <a:spLocks noGrp="1"/>
          </p:cNvSpPr>
          <p:nvPr>
            <p:ph type="pic" sz="quarter" idx="24"/>
          </p:nvPr>
        </p:nvSpPr>
        <p:spPr>
          <a:xfrm>
            <a:off x="15152060"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7" name="Picture Placeholder 2">
            <a:extLst>
              <a:ext uri="{FF2B5EF4-FFF2-40B4-BE49-F238E27FC236}">
                <a16:creationId xmlns:a16="http://schemas.microsoft.com/office/drawing/2014/main" id="{8FE2B66F-F99F-570D-A31D-3578C4B3B179}"/>
              </a:ext>
            </a:extLst>
          </p:cNvPr>
          <p:cNvSpPr>
            <a:spLocks noGrp="1"/>
          </p:cNvSpPr>
          <p:nvPr>
            <p:ph type="pic" sz="quarter" idx="20"/>
          </p:nvPr>
        </p:nvSpPr>
        <p:spPr>
          <a:xfrm>
            <a:off x="8394833"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8" name="Picture Placeholder 2">
            <a:extLst>
              <a:ext uri="{FF2B5EF4-FFF2-40B4-BE49-F238E27FC236}">
                <a16:creationId xmlns:a16="http://schemas.microsoft.com/office/drawing/2014/main" id="{42FEAB60-4C6E-41A0-FC52-815836156837}"/>
              </a:ext>
            </a:extLst>
          </p:cNvPr>
          <p:cNvSpPr>
            <a:spLocks noGrp="1"/>
          </p:cNvSpPr>
          <p:nvPr>
            <p:ph type="pic" sz="quarter" idx="52"/>
          </p:nvPr>
        </p:nvSpPr>
        <p:spPr>
          <a:xfrm>
            <a:off x="1637606"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9" name="Picture Placeholder 2">
            <a:extLst>
              <a:ext uri="{FF2B5EF4-FFF2-40B4-BE49-F238E27FC236}">
                <a16:creationId xmlns:a16="http://schemas.microsoft.com/office/drawing/2014/main" id="{A2963118-2A95-082A-4DFF-6C0DA33F59BA}"/>
              </a:ext>
            </a:extLst>
          </p:cNvPr>
          <p:cNvSpPr>
            <a:spLocks noGrp="1"/>
          </p:cNvSpPr>
          <p:nvPr>
            <p:ph type="pic" sz="quarter" idx="28"/>
          </p:nvPr>
        </p:nvSpPr>
        <p:spPr>
          <a:xfrm>
            <a:off x="21909287"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0" name="Picture Placeholder 2">
            <a:extLst>
              <a:ext uri="{FF2B5EF4-FFF2-40B4-BE49-F238E27FC236}">
                <a16:creationId xmlns:a16="http://schemas.microsoft.com/office/drawing/2014/main" id="{F1791F3A-0E82-06A9-0588-000305CD1590}"/>
              </a:ext>
            </a:extLst>
          </p:cNvPr>
          <p:cNvSpPr>
            <a:spLocks noGrp="1"/>
          </p:cNvSpPr>
          <p:nvPr>
            <p:ph type="pic" sz="quarter" idx="53"/>
          </p:nvPr>
        </p:nvSpPr>
        <p:spPr>
          <a:xfrm>
            <a:off x="28666515"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1" name="Picture Placeholder 2">
            <a:extLst>
              <a:ext uri="{FF2B5EF4-FFF2-40B4-BE49-F238E27FC236}">
                <a16:creationId xmlns:a16="http://schemas.microsoft.com/office/drawing/2014/main" id="{7E0D42E0-350E-2247-45F3-56D42F8A4B66}"/>
              </a:ext>
            </a:extLst>
          </p:cNvPr>
          <p:cNvSpPr>
            <a:spLocks noGrp="1"/>
          </p:cNvSpPr>
          <p:nvPr>
            <p:ph type="pic" sz="quarter" idx="54"/>
          </p:nvPr>
        </p:nvSpPr>
        <p:spPr>
          <a:xfrm>
            <a:off x="15144048"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2" name="Text Placeholder 7">
            <a:extLst>
              <a:ext uri="{FF2B5EF4-FFF2-40B4-BE49-F238E27FC236}">
                <a16:creationId xmlns:a16="http://schemas.microsoft.com/office/drawing/2014/main" id="{A7640883-7B53-617D-BE12-A19E85F82D74}"/>
              </a:ext>
            </a:extLst>
          </p:cNvPr>
          <p:cNvSpPr>
            <a:spLocks noGrp="1"/>
          </p:cNvSpPr>
          <p:nvPr>
            <p:ph type="body" sz="quarter" idx="55" hasCustomPrompt="1"/>
          </p:nvPr>
        </p:nvSpPr>
        <p:spPr>
          <a:xfrm>
            <a:off x="21907609" y="17059122"/>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3" name="Text Placeholder 7">
            <a:extLst>
              <a:ext uri="{FF2B5EF4-FFF2-40B4-BE49-F238E27FC236}">
                <a16:creationId xmlns:a16="http://schemas.microsoft.com/office/drawing/2014/main" id="{D9B189E3-4BDB-A032-87AD-39D194013B83}"/>
              </a:ext>
            </a:extLst>
          </p:cNvPr>
          <p:cNvSpPr>
            <a:spLocks noGrp="1"/>
          </p:cNvSpPr>
          <p:nvPr>
            <p:ph type="body" sz="quarter" idx="56" hasCustomPrompt="1"/>
          </p:nvPr>
        </p:nvSpPr>
        <p:spPr>
          <a:xfrm>
            <a:off x="21907609" y="17727056"/>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4" name="Text Placeholder 7">
            <a:extLst>
              <a:ext uri="{FF2B5EF4-FFF2-40B4-BE49-F238E27FC236}">
                <a16:creationId xmlns:a16="http://schemas.microsoft.com/office/drawing/2014/main" id="{2A34B9E8-CFB0-ABCC-D2C4-A8F174FDB901}"/>
              </a:ext>
            </a:extLst>
          </p:cNvPr>
          <p:cNvSpPr>
            <a:spLocks noGrp="1"/>
          </p:cNvSpPr>
          <p:nvPr>
            <p:ph type="body" sz="quarter" idx="57" hasCustomPrompt="1"/>
          </p:nvPr>
        </p:nvSpPr>
        <p:spPr>
          <a:xfrm>
            <a:off x="15141913"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5" name="Text Placeholder 7">
            <a:extLst>
              <a:ext uri="{FF2B5EF4-FFF2-40B4-BE49-F238E27FC236}">
                <a16:creationId xmlns:a16="http://schemas.microsoft.com/office/drawing/2014/main" id="{716C5C95-2BC4-4D5A-9F5E-FA8B8CECBF63}"/>
              </a:ext>
            </a:extLst>
          </p:cNvPr>
          <p:cNvSpPr>
            <a:spLocks noGrp="1"/>
          </p:cNvSpPr>
          <p:nvPr>
            <p:ph type="body" sz="quarter" idx="58" hasCustomPrompt="1"/>
          </p:nvPr>
        </p:nvSpPr>
        <p:spPr>
          <a:xfrm>
            <a:off x="8391957"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6" name="Text Placeholder 7">
            <a:extLst>
              <a:ext uri="{FF2B5EF4-FFF2-40B4-BE49-F238E27FC236}">
                <a16:creationId xmlns:a16="http://schemas.microsoft.com/office/drawing/2014/main" id="{471A9256-6A6C-5C2D-1DEA-813569F4D299}"/>
              </a:ext>
            </a:extLst>
          </p:cNvPr>
          <p:cNvSpPr>
            <a:spLocks noGrp="1"/>
          </p:cNvSpPr>
          <p:nvPr>
            <p:ph type="body" sz="quarter" idx="59" hasCustomPrompt="1"/>
          </p:nvPr>
        </p:nvSpPr>
        <p:spPr>
          <a:xfrm>
            <a:off x="15141913"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7" name="Text Placeholder 7">
            <a:extLst>
              <a:ext uri="{FF2B5EF4-FFF2-40B4-BE49-F238E27FC236}">
                <a16:creationId xmlns:a16="http://schemas.microsoft.com/office/drawing/2014/main" id="{43D755B0-CB88-73DF-77BE-F524AF555427}"/>
              </a:ext>
            </a:extLst>
          </p:cNvPr>
          <p:cNvSpPr>
            <a:spLocks noGrp="1"/>
          </p:cNvSpPr>
          <p:nvPr>
            <p:ph type="body" sz="quarter" idx="60" hasCustomPrompt="1"/>
          </p:nvPr>
        </p:nvSpPr>
        <p:spPr>
          <a:xfrm>
            <a:off x="8391957"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8" name="Text Placeholder 7">
            <a:extLst>
              <a:ext uri="{FF2B5EF4-FFF2-40B4-BE49-F238E27FC236}">
                <a16:creationId xmlns:a16="http://schemas.microsoft.com/office/drawing/2014/main" id="{3198CB65-E1BB-0862-2BBA-EDF38803C3B4}"/>
              </a:ext>
            </a:extLst>
          </p:cNvPr>
          <p:cNvSpPr>
            <a:spLocks noGrp="1"/>
          </p:cNvSpPr>
          <p:nvPr>
            <p:ph type="body" sz="quarter" idx="61" hasCustomPrompt="1"/>
          </p:nvPr>
        </p:nvSpPr>
        <p:spPr>
          <a:xfrm>
            <a:off x="21900662"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9" name="Text Placeholder 7">
            <a:extLst>
              <a:ext uri="{FF2B5EF4-FFF2-40B4-BE49-F238E27FC236}">
                <a16:creationId xmlns:a16="http://schemas.microsoft.com/office/drawing/2014/main" id="{D76AC962-A132-DA02-DE26-644561C88B3B}"/>
              </a:ext>
            </a:extLst>
          </p:cNvPr>
          <p:cNvSpPr>
            <a:spLocks noGrp="1"/>
          </p:cNvSpPr>
          <p:nvPr>
            <p:ph type="body" sz="quarter" idx="62" hasCustomPrompt="1"/>
          </p:nvPr>
        </p:nvSpPr>
        <p:spPr>
          <a:xfrm>
            <a:off x="21900662"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0" name="Text Placeholder 7">
            <a:extLst>
              <a:ext uri="{FF2B5EF4-FFF2-40B4-BE49-F238E27FC236}">
                <a16:creationId xmlns:a16="http://schemas.microsoft.com/office/drawing/2014/main" id="{7EC2D322-35AF-3168-CAE7-F7242C22DE6D}"/>
              </a:ext>
            </a:extLst>
          </p:cNvPr>
          <p:cNvSpPr>
            <a:spLocks noGrp="1"/>
          </p:cNvSpPr>
          <p:nvPr>
            <p:ph type="body" sz="quarter" idx="63" hasCustomPrompt="1"/>
          </p:nvPr>
        </p:nvSpPr>
        <p:spPr>
          <a:xfrm>
            <a:off x="28666515" y="9981886"/>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90" name="Text Placeholder 7">
            <a:extLst>
              <a:ext uri="{FF2B5EF4-FFF2-40B4-BE49-F238E27FC236}">
                <a16:creationId xmlns:a16="http://schemas.microsoft.com/office/drawing/2014/main" id="{B0179DD1-4F77-A229-F54C-117D786F649E}"/>
              </a:ext>
            </a:extLst>
          </p:cNvPr>
          <p:cNvSpPr>
            <a:spLocks noGrp="1"/>
          </p:cNvSpPr>
          <p:nvPr>
            <p:ph type="body" sz="quarter" idx="64" hasCustomPrompt="1"/>
          </p:nvPr>
        </p:nvSpPr>
        <p:spPr>
          <a:xfrm>
            <a:off x="28666515" y="10669493"/>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91" name="Picture Placeholder 2">
            <a:extLst>
              <a:ext uri="{FF2B5EF4-FFF2-40B4-BE49-F238E27FC236}">
                <a16:creationId xmlns:a16="http://schemas.microsoft.com/office/drawing/2014/main" id="{1B3ED7E6-3440-4DEC-6512-E64B9960C25B}"/>
              </a:ext>
            </a:extLst>
          </p:cNvPr>
          <p:cNvSpPr>
            <a:spLocks noGrp="1"/>
          </p:cNvSpPr>
          <p:nvPr>
            <p:ph type="pic" sz="quarter" idx="65"/>
          </p:nvPr>
        </p:nvSpPr>
        <p:spPr>
          <a:xfrm>
            <a:off x="28661124"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92" name="Text Placeholder 7">
            <a:extLst>
              <a:ext uri="{FF2B5EF4-FFF2-40B4-BE49-F238E27FC236}">
                <a16:creationId xmlns:a16="http://schemas.microsoft.com/office/drawing/2014/main" id="{9C3AE372-0E56-771E-CCB5-C1E77A38D343}"/>
              </a:ext>
            </a:extLst>
          </p:cNvPr>
          <p:cNvSpPr>
            <a:spLocks noGrp="1"/>
          </p:cNvSpPr>
          <p:nvPr>
            <p:ph type="body" sz="quarter" idx="66" hasCustomPrompt="1"/>
          </p:nvPr>
        </p:nvSpPr>
        <p:spPr>
          <a:xfrm>
            <a:off x="28644881" y="17103569"/>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93" name="Text Placeholder 7">
            <a:extLst>
              <a:ext uri="{FF2B5EF4-FFF2-40B4-BE49-F238E27FC236}">
                <a16:creationId xmlns:a16="http://schemas.microsoft.com/office/drawing/2014/main" id="{F415D1AB-B98D-8EC8-08B0-3DAD5A3D8CB4}"/>
              </a:ext>
            </a:extLst>
          </p:cNvPr>
          <p:cNvSpPr>
            <a:spLocks noGrp="1"/>
          </p:cNvSpPr>
          <p:nvPr>
            <p:ph type="body" sz="quarter" idx="67" hasCustomPrompt="1"/>
          </p:nvPr>
        </p:nvSpPr>
        <p:spPr>
          <a:xfrm>
            <a:off x="28644881" y="17791176"/>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94" name="Text Placeholder 7">
            <a:extLst>
              <a:ext uri="{FF2B5EF4-FFF2-40B4-BE49-F238E27FC236}">
                <a16:creationId xmlns:a16="http://schemas.microsoft.com/office/drawing/2014/main" id="{5A71691E-DD29-C12F-E295-A972376CE117}"/>
              </a:ext>
            </a:extLst>
          </p:cNvPr>
          <p:cNvSpPr>
            <a:spLocks noGrp="1"/>
          </p:cNvSpPr>
          <p:nvPr>
            <p:ph type="body" sz="quarter" idx="68" hasCustomPrompt="1"/>
          </p:nvPr>
        </p:nvSpPr>
        <p:spPr>
          <a:xfrm>
            <a:off x="1637606"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95" name="Text Placeholder 7">
            <a:extLst>
              <a:ext uri="{FF2B5EF4-FFF2-40B4-BE49-F238E27FC236}">
                <a16:creationId xmlns:a16="http://schemas.microsoft.com/office/drawing/2014/main" id="{909DF864-DBFA-F92D-B685-429A430B2601}"/>
              </a:ext>
            </a:extLst>
          </p:cNvPr>
          <p:cNvSpPr>
            <a:spLocks noGrp="1"/>
          </p:cNvSpPr>
          <p:nvPr>
            <p:ph type="body" sz="quarter" idx="69" hasCustomPrompt="1"/>
          </p:nvPr>
        </p:nvSpPr>
        <p:spPr>
          <a:xfrm>
            <a:off x="1637606"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96" name="Title 1">
            <a:extLst>
              <a:ext uri="{FF2B5EF4-FFF2-40B4-BE49-F238E27FC236}">
                <a16:creationId xmlns:a16="http://schemas.microsoft.com/office/drawing/2014/main" id="{4AD4D5AB-34C6-812D-8AD2-BF8272B62835}"/>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97" name="Text Placeholder 7">
            <a:extLst>
              <a:ext uri="{FF2B5EF4-FFF2-40B4-BE49-F238E27FC236}">
                <a16:creationId xmlns:a16="http://schemas.microsoft.com/office/drawing/2014/main" id="{B1FCE4BF-7751-CC7B-D446-A5791D382E69}"/>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3224133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Use Cas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FC72E11-DD16-4EAC-A294-E115038AA2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Picture Placeholder 2">
            <a:extLst>
              <a:ext uri="{FF2B5EF4-FFF2-40B4-BE49-F238E27FC236}">
                <a16:creationId xmlns:a16="http://schemas.microsoft.com/office/drawing/2014/main" id="{377920F6-AC26-4611-AAD3-44D6CEA3FBAE}"/>
              </a:ext>
            </a:extLst>
          </p:cNvPr>
          <p:cNvSpPr>
            <a:spLocks noGrp="1"/>
          </p:cNvSpPr>
          <p:nvPr>
            <p:ph type="pic"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sz="7200">
                <a:solidFill>
                  <a:schemeClr val="bg1"/>
                </a:solidFill>
                <a:latin typeface="+mn-lt"/>
              </a:defRPr>
            </a:lvl1pPr>
          </a:lstStyle>
          <a:p>
            <a:r>
              <a:rPr lang="en-US"/>
              <a:t>Click to add image</a:t>
            </a:r>
          </a:p>
        </p:txBody>
      </p:sp>
    </p:spTree>
    <p:extLst>
      <p:ext uri="{BB962C8B-B14F-4D97-AF65-F5344CB8AC3E}">
        <p14:creationId xmlns:p14="http://schemas.microsoft.com/office/powerpoint/2010/main" val="11301005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Demo - Imag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FC72E11-DD16-4EAC-A294-E115038AA2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Picture Placeholder 2">
            <a:extLst>
              <a:ext uri="{FF2B5EF4-FFF2-40B4-BE49-F238E27FC236}">
                <a16:creationId xmlns:a16="http://schemas.microsoft.com/office/drawing/2014/main" id="{377920F6-AC26-4611-AAD3-44D6CEA3FBAE}"/>
              </a:ext>
            </a:extLst>
          </p:cNvPr>
          <p:cNvSpPr>
            <a:spLocks noGrp="1"/>
          </p:cNvSpPr>
          <p:nvPr>
            <p:ph type="pic"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sz="7200">
                <a:solidFill>
                  <a:schemeClr val="bg1"/>
                </a:solidFill>
                <a:latin typeface="+mn-lt"/>
              </a:defRPr>
            </a:lvl1pPr>
          </a:lstStyle>
          <a:p>
            <a:r>
              <a:rPr lang="en-US"/>
              <a:t>Click to add image of video/demo</a:t>
            </a:r>
          </a:p>
        </p:txBody>
      </p:sp>
    </p:spTree>
    <p:extLst>
      <p:ext uri="{BB962C8B-B14F-4D97-AF65-F5344CB8AC3E}">
        <p14:creationId xmlns:p14="http://schemas.microsoft.com/office/powerpoint/2010/main" val="33908199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emo - Insert Video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F834EEA-7CA3-4C82-B29B-3EA15B8822C9}"/>
              </a:ext>
            </a:extLst>
          </p:cNvPr>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7" name="Media Placeholder 7">
            <a:extLst>
              <a:ext uri="{FF2B5EF4-FFF2-40B4-BE49-F238E27FC236}">
                <a16:creationId xmlns:a16="http://schemas.microsoft.com/office/drawing/2014/main" id="{95086AA8-FFA8-416F-AD2F-0B7223809227}"/>
              </a:ext>
            </a:extLst>
          </p:cNvPr>
          <p:cNvSpPr>
            <a:spLocks noGrp="1"/>
          </p:cNvSpPr>
          <p:nvPr>
            <p:ph type="media"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lang="en-US" sz="8400" b="1" dirty="0">
                <a:solidFill>
                  <a:schemeClr val="bg1"/>
                </a:solidFill>
                <a:latin typeface="+mn-lt"/>
              </a:defRPr>
            </a:lvl1pPr>
          </a:lstStyle>
          <a:p>
            <a:pPr marL="857250" lvl="0" indent="-857250" algn="ctr"/>
            <a:r>
              <a:rPr lang="en-US"/>
              <a:t>Click to add video</a:t>
            </a:r>
          </a:p>
        </p:txBody>
      </p:sp>
    </p:spTree>
    <p:extLst>
      <p:ext uri="{BB962C8B-B14F-4D97-AF65-F5344CB8AC3E}">
        <p14:creationId xmlns:p14="http://schemas.microsoft.com/office/powerpoint/2010/main" val="26027930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pic>
        <p:nvPicPr>
          <p:cNvPr id="3" name="Picture 2" descr="A green and white background&#10;&#10;Description automatically generated">
            <a:extLst>
              <a:ext uri="{FF2B5EF4-FFF2-40B4-BE49-F238E27FC236}">
                <a16:creationId xmlns:a16="http://schemas.microsoft.com/office/drawing/2014/main" id="{708A9C7D-B92D-A13B-AE0E-7F3EA434A10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6F1316F0-7ADD-BB87-23BE-740C3B3B0100}"/>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cxnSp>
        <p:nvCxnSpPr>
          <p:cNvPr id="6" name="Straight Connector 5">
            <a:extLst>
              <a:ext uri="{FF2B5EF4-FFF2-40B4-BE49-F238E27FC236}">
                <a16:creationId xmlns:a16="http://schemas.microsoft.com/office/drawing/2014/main" id="{CB1478E8-E56F-B47D-1F5A-CBA4655161C3}"/>
              </a:ext>
            </a:extLst>
          </p:cNvPr>
          <p:cNvCxnSpPr/>
          <p:nvPr userDrawn="1"/>
        </p:nvCxnSpPr>
        <p:spPr>
          <a:xfrm>
            <a:off x="0" y="11329275"/>
            <a:ext cx="36576000" cy="0"/>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06602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mplex_Timeline">
    <p:spTree>
      <p:nvGrpSpPr>
        <p:cNvPr id="1" name=""/>
        <p:cNvGrpSpPr/>
        <p:nvPr/>
      </p:nvGrpSpPr>
      <p:grpSpPr>
        <a:xfrm>
          <a:off x="0" y="0"/>
          <a:ext cx="0" cy="0"/>
          <a:chOff x="0" y="0"/>
          <a:chExt cx="0" cy="0"/>
        </a:xfrm>
      </p:grpSpPr>
      <p:pic>
        <p:nvPicPr>
          <p:cNvPr id="4" name="Picture 3" descr="A green and white background&#10;&#10;Description automatically generated">
            <a:extLst>
              <a:ext uri="{FF2B5EF4-FFF2-40B4-BE49-F238E27FC236}">
                <a16:creationId xmlns:a16="http://schemas.microsoft.com/office/drawing/2014/main" id="{868E8BC8-DCAA-6E80-5181-5371045BDE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D046080A-6CDE-3FF2-A128-47CFF5F0C9C5}"/>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9479854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meline w/ Images Layout">
    <p:spTree>
      <p:nvGrpSpPr>
        <p:cNvPr id="1" name=""/>
        <p:cNvGrpSpPr/>
        <p:nvPr/>
      </p:nvGrpSpPr>
      <p:grpSpPr>
        <a:xfrm>
          <a:off x="0" y="0"/>
          <a:ext cx="0" cy="0"/>
          <a:chOff x="0" y="0"/>
          <a:chExt cx="0" cy="0"/>
        </a:xfrm>
      </p:grpSpPr>
      <p:pic>
        <p:nvPicPr>
          <p:cNvPr id="4" name="Picture 3" descr="A green and white background&#10;&#10;Description automatically generated">
            <a:extLst>
              <a:ext uri="{FF2B5EF4-FFF2-40B4-BE49-F238E27FC236}">
                <a16:creationId xmlns:a16="http://schemas.microsoft.com/office/drawing/2014/main" id="{19281CF6-82C4-D591-C93F-79BF14277CD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8C0EE250-813A-B3FC-C9DB-11B6E237EC3B}"/>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cxnSp>
        <p:nvCxnSpPr>
          <p:cNvPr id="12" name="Straight Connector 11">
            <a:extLst>
              <a:ext uri="{FF2B5EF4-FFF2-40B4-BE49-F238E27FC236}">
                <a16:creationId xmlns:a16="http://schemas.microsoft.com/office/drawing/2014/main" id="{B81A4C02-2335-3840-A0B5-647FE4372B5A}"/>
              </a:ext>
            </a:extLst>
          </p:cNvPr>
          <p:cNvCxnSpPr/>
          <p:nvPr userDrawn="1"/>
        </p:nvCxnSpPr>
        <p:spPr>
          <a:xfrm>
            <a:off x="0" y="12517118"/>
            <a:ext cx="36576000" cy="0"/>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Picture Placeholder 2">
            <a:extLst>
              <a:ext uri="{FF2B5EF4-FFF2-40B4-BE49-F238E27FC236}">
                <a16:creationId xmlns:a16="http://schemas.microsoft.com/office/drawing/2014/main" id="{327B64A9-49B7-26AE-EEC1-3DFB7714FDFA}"/>
              </a:ext>
            </a:extLst>
          </p:cNvPr>
          <p:cNvSpPr>
            <a:spLocks noGrp="1"/>
          </p:cNvSpPr>
          <p:nvPr>
            <p:ph type="pic" sz="quarter" idx="11"/>
          </p:nvPr>
        </p:nvSpPr>
        <p:spPr>
          <a:xfrm>
            <a:off x="1104900"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14" name="Text Placeholder 7">
            <a:extLst>
              <a:ext uri="{FF2B5EF4-FFF2-40B4-BE49-F238E27FC236}">
                <a16:creationId xmlns:a16="http://schemas.microsoft.com/office/drawing/2014/main" id="{65B24A7F-7007-8F97-B7C8-699C5938267B}"/>
              </a:ext>
            </a:extLst>
          </p:cNvPr>
          <p:cNvSpPr>
            <a:spLocks noGrp="1"/>
          </p:cNvSpPr>
          <p:nvPr>
            <p:ph type="body" sz="quarter" idx="12" hasCustomPrompt="1"/>
          </p:nvPr>
        </p:nvSpPr>
        <p:spPr>
          <a:xfrm>
            <a:off x="1104901"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18" name="Text Placeholder 7">
            <a:extLst>
              <a:ext uri="{FF2B5EF4-FFF2-40B4-BE49-F238E27FC236}">
                <a16:creationId xmlns:a16="http://schemas.microsoft.com/office/drawing/2014/main" id="{BE9F7FB4-6AA0-B491-27B8-845C8CCE95D1}"/>
              </a:ext>
            </a:extLst>
          </p:cNvPr>
          <p:cNvSpPr>
            <a:spLocks noGrp="1"/>
          </p:cNvSpPr>
          <p:nvPr>
            <p:ph type="body" sz="quarter" idx="30" hasCustomPrompt="1"/>
          </p:nvPr>
        </p:nvSpPr>
        <p:spPr>
          <a:xfrm>
            <a:off x="1104900"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19" name="Text Placeholder 7">
            <a:extLst>
              <a:ext uri="{FF2B5EF4-FFF2-40B4-BE49-F238E27FC236}">
                <a16:creationId xmlns:a16="http://schemas.microsoft.com/office/drawing/2014/main" id="{831C6138-3339-1502-9812-8B9B39AF6DD1}"/>
              </a:ext>
            </a:extLst>
          </p:cNvPr>
          <p:cNvSpPr>
            <a:spLocks noGrp="1"/>
          </p:cNvSpPr>
          <p:nvPr>
            <p:ph type="body" sz="quarter" idx="31" hasCustomPrompt="1"/>
          </p:nvPr>
        </p:nvSpPr>
        <p:spPr>
          <a:xfrm>
            <a:off x="1104901"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
        <p:nvSpPr>
          <p:cNvPr id="20" name="Picture Placeholder 2">
            <a:extLst>
              <a:ext uri="{FF2B5EF4-FFF2-40B4-BE49-F238E27FC236}">
                <a16:creationId xmlns:a16="http://schemas.microsoft.com/office/drawing/2014/main" id="{56B4F135-9336-3722-2593-739C386518BC}"/>
              </a:ext>
            </a:extLst>
          </p:cNvPr>
          <p:cNvSpPr>
            <a:spLocks noGrp="1"/>
          </p:cNvSpPr>
          <p:nvPr>
            <p:ph type="pic" sz="quarter" idx="32"/>
          </p:nvPr>
        </p:nvSpPr>
        <p:spPr>
          <a:xfrm>
            <a:off x="8153396" y="12016056"/>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21" name="Text Placeholder 7">
            <a:extLst>
              <a:ext uri="{FF2B5EF4-FFF2-40B4-BE49-F238E27FC236}">
                <a16:creationId xmlns:a16="http://schemas.microsoft.com/office/drawing/2014/main" id="{016A6D24-C230-8F9B-A12F-04BF3B073AA1}"/>
              </a:ext>
            </a:extLst>
          </p:cNvPr>
          <p:cNvSpPr>
            <a:spLocks noGrp="1"/>
          </p:cNvSpPr>
          <p:nvPr>
            <p:ph type="body" sz="quarter" idx="33" hasCustomPrompt="1"/>
          </p:nvPr>
        </p:nvSpPr>
        <p:spPr>
          <a:xfrm>
            <a:off x="8153397" y="10422886"/>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2" name="Text Placeholder 7">
            <a:extLst>
              <a:ext uri="{FF2B5EF4-FFF2-40B4-BE49-F238E27FC236}">
                <a16:creationId xmlns:a16="http://schemas.microsoft.com/office/drawing/2014/main" id="{36F5CC89-1592-52B8-63DE-F83AAF64EBD0}"/>
              </a:ext>
            </a:extLst>
          </p:cNvPr>
          <p:cNvSpPr>
            <a:spLocks noGrp="1"/>
          </p:cNvSpPr>
          <p:nvPr>
            <p:ph type="body" sz="quarter" idx="34" hasCustomPrompt="1"/>
          </p:nvPr>
        </p:nvSpPr>
        <p:spPr>
          <a:xfrm>
            <a:off x="8153396" y="11134791"/>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3" name="Text Placeholder 7">
            <a:extLst>
              <a:ext uri="{FF2B5EF4-FFF2-40B4-BE49-F238E27FC236}">
                <a16:creationId xmlns:a16="http://schemas.microsoft.com/office/drawing/2014/main" id="{71F14B17-DED6-D507-0F6F-0880EA7DD569}"/>
              </a:ext>
            </a:extLst>
          </p:cNvPr>
          <p:cNvSpPr>
            <a:spLocks noGrp="1"/>
          </p:cNvSpPr>
          <p:nvPr>
            <p:ph type="body" sz="quarter" idx="35" hasCustomPrompt="1"/>
          </p:nvPr>
        </p:nvSpPr>
        <p:spPr>
          <a:xfrm>
            <a:off x="8153397" y="9680157"/>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
        <p:nvSpPr>
          <p:cNvPr id="24" name="Picture Placeholder 2">
            <a:extLst>
              <a:ext uri="{FF2B5EF4-FFF2-40B4-BE49-F238E27FC236}">
                <a16:creationId xmlns:a16="http://schemas.microsoft.com/office/drawing/2014/main" id="{549A52FF-8F33-D50C-49C1-0A55140F3322}"/>
              </a:ext>
            </a:extLst>
          </p:cNvPr>
          <p:cNvSpPr>
            <a:spLocks noGrp="1"/>
          </p:cNvSpPr>
          <p:nvPr>
            <p:ph type="pic" sz="quarter" idx="36"/>
          </p:nvPr>
        </p:nvSpPr>
        <p:spPr>
          <a:xfrm>
            <a:off x="15163793"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25" name="Text Placeholder 7">
            <a:extLst>
              <a:ext uri="{FF2B5EF4-FFF2-40B4-BE49-F238E27FC236}">
                <a16:creationId xmlns:a16="http://schemas.microsoft.com/office/drawing/2014/main" id="{C5D8802B-FD04-DC3F-D5E6-9A1D927089AB}"/>
              </a:ext>
            </a:extLst>
          </p:cNvPr>
          <p:cNvSpPr>
            <a:spLocks noGrp="1"/>
          </p:cNvSpPr>
          <p:nvPr>
            <p:ph type="body" sz="quarter" idx="37" hasCustomPrompt="1"/>
          </p:nvPr>
        </p:nvSpPr>
        <p:spPr>
          <a:xfrm>
            <a:off x="15163794"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6" name="Text Placeholder 7">
            <a:extLst>
              <a:ext uri="{FF2B5EF4-FFF2-40B4-BE49-F238E27FC236}">
                <a16:creationId xmlns:a16="http://schemas.microsoft.com/office/drawing/2014/main" id="{A4956259-B8C8-1248-4F09-69EFFCCA6C29}"/>
              </a:ext>
            </a:extLst>
          </p:cNvPr>
          <p:cNvSpPr>
            <a:spLocks noGrp="1"/>
          </p:cNvSpPr>
          <p:nvPr>
            <p:ph type="body" sz="quarter" idx="38" hasCustomPrompt="1"/>
          </p:nvPr>
        </p:nvSpPr>
        <p:spPr>
          <a:xfrm>
            <a:off x="15163793"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7" name="Text Placeholder 7">
            <a:extLst>
              <a:ext uri="{FF2B5EF4-FFF2-40B4-BE49-F238E27FC236}">
                <a16:creationId xmlns:a16="http://schemas.microsoft.com/office/drawing/2014/main" id="{3A510AB1-7D48-519B-BE8D-994DD848CCC0}"/>
              </a:ext>
            </a:extLst>
          </p:cNvPr>
          <p:cNvSpPr>
            <a:spLocks noGrp="1"/>
          </p:cNvSpPr>
          <p:nvPr>
            <p:ph type="body" sz="quarter" idx="39" hasCustomPrompt="1"/>
          </p:nvPr>
        </p:nvSpPr>
        <p:spPr>
          <a:xfrm>
            <a:off x="15163794"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
        <p:nvSpPr>
          <p:cNvPr id="28" name="Picture Placeholder 2">
            <a:extLst>
              <a:ext uri="{FF2B5EF4-FFF2-40B4-BE49-F238E27FC236}">
                <a16:creationId xmlns:a16="http://schemas.microsoft.com/office/drawing/2014/main" id="{0F3F011E-890F-E527-A5CB-421C1CE541C0}"/>
              </a:ext>
            </a:extLst>
          </p:cNvPr>
          <p:cNvSpPr>
            <a:spLocks noGrp="1"/>
          </p:cNvSpPr>
          <p:nvPr>
            <p:ph type="pic" sz="quarter" idx="40"/>
          </p:nvPr>
        </p:nvSpPr>
        <p:spPr>
          <a:xfrm>
            <a:off x="22212297" y="12016056"/>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29" name="Text Placeholder 7">
            <a:extLst>
              <a:ext uri="{FF2B5EF4-FFF2-40B4-BE49-F238E27FC236}">
                <a16:creationId xmlns:a16="http://schemas.microsoft.com/office/drawing/2014/main" id="{D1CAB8F0-0055-E057-4C4A-7B3C6F7B9416}"/>
              </a:ext>
            </a:extLst>
          </p:cNvPr>
          <p:cNvSpPr>
            <a:spLocks noGrp="1"/>
          </p:cNvSpPr>
          <p:nvPr>
            <p:ph type="body" sz="quarter" idx="41" hasCustomPrompt="1"/>
          </p:nvPr>
        </p:nvSpPr>
        <p:spPr>
          <a:xfrm>
            <a:off x="22212298" y="10422886"/>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0" name="Text Placeholder 7">
            <a:extLst>
              <a:ext uri="{FF2B5EF4-FFF2-40B4-BE49-F238E27FC236}">
                <a16:creationId xmlns:a16="http://schemas.microsoft.com/office/drawing/2014/main" id="{D8F5B73D-560B-E470-3B25-EAD525666BEB}"/>
              </a:ext>
            </a:extLst>
          </p:cNvPr>
          <p:cNvSpPr>
            <a:spLocks noGrp="1"/>
          </p:cNvSpPr>
          <p:nvPr>
            <p:ph type="body" sz="quarter" idx="42" hasCustomPrompt="1"/>
          </p:nvPr>
        </p:nvSpPr>
        <p:spPr>
          <a:xfrm>
            <a:off x="22212297" y="11134791"/>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1" name="Text Placeholder 7">
            <a:extLst>
              <a:ext uri="{FF2B5EF4-FFF2-40B4-BE49-F238E27FC236}">
                <a16:creationId xmlns:a16="http://schemas.microsoft.com/office/drawing/2014/main" id="{1960F0BA-603E-23D9-F49B-C5B4462632DB}"/>
              </a:ext>
            </a:extLst>
          </p:cNvPr>
          <p:cNvSpPr>
            <a:spLocks noGrp="1"/>
          </p:cNvSpPr>
          <p:nvPr>
            <p:ph type="body" sz="quarter" idx="43" hasCustomPrompt="1"/>
          </p:nvPr>
        </p:nvSpPr>
        <p:spPr>
          <a:xfrm>
            <a:off x="22212298" y="9680157"/>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
        <p:nvSpPr>
          <p:cNvPr id="32" name="Picture Placeholder 2">
            <a:extLst>
              <a:ext uri="{FF2B5EF4-FFF2-40B4-BE49-F238E27FC236}">
                <a16:creationId xmlns:a16="http://schemas.microsoft.com/office/drawing/2014/main" id="{BBA2ABA5-D670-2BB6-7840-47F6198C0D4D}"/>
              </a:ext>
            </a:extLst>
          </p:cNvPr>
          <p:cNvSpPr>
            <a:spLocks noGrp="1"/>
          </p:cNvSpPr>
          <p:nvPr>
            <p:ph type="pic" sz="quarter" idx="44"/>
          </p:nvPr>
        </p:nvSpPr>
        <p:spPr>
          <a:xfrm>
            <a:off x="29298902"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33" name="Text Placeholder 7">
            <a:extLst>
              <a:ext uri="{FF2B5EF4-FFF2-40B4-BE49-F238E27FC236}">
                <a16:creationId xmlns:a16="http://schemas.microsoft.com/office/drawing/2014/main" id="{CBEE0231-5854-76AF-A0C6-70879C2EA774}"/>
              </a:ext>
            </a:extLst>
          </p:cNvPr>
          <p:cNvSpPr>
            <a:spLocks noGrp="1"/>
          </p:cNvSpPr>
          <p:nvPr>
            <p:ph type="body" sz="quarter" idx="45" hasCustomPrompt="1"/>
          </p:nvPr>
        </p:nvSpPr>
        <p:spPr>
          <a:xfrm>
            <a:off x="29298903"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4" name="Text Placeholder 7">
            <a:extLst>
              <a:ext uri="{FF2B5EF4-FFF2-40B4-BE49-F238E27FC236}">
                <a16:creationId xmlns:a16="http://schemas.microsoft.com/office/drawing/2014/main" id="{0376ABB2-52CB-85AB-C186-532F75164A98}"/>
              </a:ext>
            </a:extLst>
          </p:cNvPr>
          <p:cNvSpPr>
            <a:spLocks noGrp="1"/>
          </p:cNvSpPr>
          <p:nvPr>
            <p:ph type="body" sz="quarter" idx="46" hasCustomPrompt="1"/>
          </p:nvPr>
        </p:nvSpPr>
        <p:spPr>
          <a:xfrm>
            <a:off x="29298902"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5" name="Text Placeholder 7">
            <a:extLst>
              <a:ext uri="{FF2B5EF4-FFF2-40B4-BE49-F238E27FC236}">
                <a16:creationId xmlns:a16="http://schemas.microsoft.com/office/drawing/2014/main" id="{63880F57-14E0-B28C-BF79-E4DCF3B7D679}"/>
              </a:ext>
            </a:extLst>
          </p:cNvPr>
          <p:cNvSpPr>
            <a:spLocks noGrp="1"/>
          </p:cNvSpPr>
          <p:nvPr>
            <p:ph type="body" sz="quarter" idx="47" hasCustomPrompt="1"/>
          </p:nvPr>
        </p:nvSpPr>
        <p:spPr>
          <a:xfrm>
            <a:off x="29298903"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Tree>
    <p:extLst>
      <p:ext uri="{BB962C8B-B14F-4D97-AF65-F5344CB8AC3E}">
        <p14:creationId xmlns:p14="http://schemas.microsoft.com/office/powerpoint/2010/main" val="5890489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Quote - LONG Layout">
    <p:spTree>
      <p:nvGrpSpPr>
        <p:cNvPr id="1" name=""/>
        <p:cNvGrpSpPr/>
        <p:nvPr/>
      </p:nvGrpSpPr>
      <p:grpSpPr>
        <a:xfrm>
          <a:off x="0" y="0"/>
          <a:ext cx="0" cy="0"/>
          <a:chOff x="0" y="0"/>
          <a:chExt cx="0" cy="0"/>
        </a:xfrm>
      </p:grpSpPr>
      <p:pic>
        <p:nvPicPr>
          <p:cNvPr id="6" name="Picture 5" descr="A green and white background&#10;&#10;Description automatically generated">
            <a:extLst>
              <a:ext uri="{FF2B5EF4-FFF2-40B4-BE49-F238E27FC236}">
                <a16:creationId xmlns:a16="http://schemas.microsoft.com/office/drawing/2014/main" id="{3BFE9B15-7828-3FC3-BCF0-23F89A1309F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36576003" cy="20574001"/>
          </a:xfrm>
          <a:prstGeom prst="rect">
            <a:avLst/>
          </a:prstGeom>
        </p:spPr>
      </p:pic>
      <p:sp>
        <p:nvSpPr>
          <p:cNvPr id="5" name="Rectangle 4">
            <a:extLst>
              <a:ext uri="{FF2B5EF4-FFF2-40B4-BE49-F238E27FC236}">
                <a16:creationId xmlns:a16="http://schemas.microsoft.com/office/drawing/2014/main" id="{CD79F16E-B355-8896-6563-603510529C31}"/>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20" name="Rectangle 19">
            <a:extLst>
              <a:ext uri="{FF2B5EF4-FFF2-40B4-BE49-F238E27FC236}">
                <a16:creationId xmlns:a16="http://schemas.microsoft.com/office/drawing/2014/main" id="{EC5A15EA-E928-94AA-543D-8EA2FF0183F9}"/>
              </a:ext>
            </a:extLst>
          </p:cNvPr>
          <p:cNvSpPr/>
          <p:nvPr userDrawn="1"/>
        </p:nvSpPr>
        <p:spPr>
          <a:xfrm flipV="1">
            <a:off x="0" y="1526990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9" name="Rectangle 8">
            <a:extLst>
              <a:ext uri="{FF2B5EF4-FFF2-40B4-BE49-F238E27FC236}">
                <a16:creationId xmlns:a16="http://schemas.microsoft.com/office/drawing/2014/main" id="{83F43A3E-D43D-124C-0C49-E1D720395FC6}"/>
              </a:ext>
            </a:extLst>
          </p:cNvPr>
          <p:cNvSpPr/>
          <p:nvPr userDrawn="1"/>
        </p:nvSpPr>
        <p:spPr>
          <a:xfrm>
            <a:off x="0" y="106823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7" name="Text Placeholder 4">
            <a:extLst>
              <a:ext uri="{FF2B5EF4-FFF2-40B4-BE49-F238E27FC236}">
                <a16:creationId xmlns:a16="http://schemas.microsoft.com/office/drawing/2014/main" id="{7CD9C284-B78C-1241-4B2A-F563F642D070}"/>
              </a:ext>
            </a:extLst>
          </p:cNvPr>
          <p:cNvSpPr>
            <a:spLocks noGrp="1"/>
          </p:cNvSpPr>
          <p:nvPr>
            <p:ph type="body" sz="quarter" idx="13" hasCustomPrompt="1"/>
          </p:nvPr>
        </p:nvSpPr>
        <p:spPr>
          <a:xfrm>
            <a:off x="6158753" y="13434560"/>
            <a:ext cx="24258494" cy="1043922"/>
          </a:xfrm>
          <a:prstGeom prst="rect">
            <a:avLst/>
          </a:prstGeom>
        </p:spPr>
        <p:txBody>
          <a:bodyPr/>
          <a:lstStyle>
            <a:lvl1pPr marL="0" indent="0" algn="ctr">
              <a:lnSpc>
                <a:spcPct val="90000"/>
              </a:lnSpc>
              <a:spcBef>
                <a:spcPts val="0"/>
              </a:spcBef>
              <a:buFontTx/>
              <a:buNone/>
              <a:defRPr sz="4400" i="1" cap="none" baseline="0">
                <a:solidFill>
                  <a:schemeClr val="tx2"/>
                </a:solidFill>
                <a:latin typeface="NVIDIA Sans" panose="020B0503020203020204" pitchFamily="34" charset="0"/>
                <a:cs typeface="NVIDIA Sans" panose="020B05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 Quote source</a:t>
            </a:r>
          </a:p>
        </p:txBody>
      </p:sp>
      <p:sp>
        <p:nvSpPr>
          <p:cNvPr id="8" name="Text Placeholder 4">
            <a:extLst>
              <a:ext uri="{FF2B5EF4-FFF2-40B4-BE49-F238E27FC236}">
                <a16:creationId xmlns:a16="http://schemas.microsoft.com/office/drawing/2014/main" id="{434FF7EA-90ED-54BC-F712-E8CE0FF23DFE}"/>
              </a:ext>
            </a:extLst>
          </p:cNvPr>
          <p:cNvSpPr>
            <a:spLocks noGrp="1"/>
          </p:cNvSpPr>
          <p:nvPr>
            <p:ph type="body" sz="quarter" idx="14" hasCustomPrompt="1"/>
          </p:nvPr>
        </p:nvSpPr>
        <p:spPr>
          <a:xfrm>
            <a:off x="6158754" y="5706208"/>
            <a:ext cx="24258494" cy="7307014"/>
          </a:xfrm>
          <a:prstGeom prst="rect">
            <a:avLst/>
          </a:prstGeom>
        </p:spPr>
        <p:txBody>
          <a:bodyPr anchor="ctr"/>
          <a:lstStyle>
            <a:lvl1pPr marL="0" indent="0" algn="ctr">
              <a:lnSpc>
                <a:spcPct val="90000"/>
              </a:lnSpc>
              <a:spcBef>
                <a:spcPts val="0"/>
              </a:spcBef>
              <a:buFontTx/>
              <a:buNone/>
              <a:defRPr sz="12000" cap="none" baseline="0">
                <a:solidFill>
                  <a:schemeClr val="bg1"/>
                </a:solidFill>
                <a:latin typeface="NVIDIA Sans Light" panose="020B0303020203020204" pitchFamily="34" charset="0"/>
                <a:cs typeface="NVIDIA Sans Light" panose="020B03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Click to add quote</a:t>
            </a:r>
          </a:p>
        </p:txBody>
      </p:sp>
      <p:sp>
        <p:nvSpPr>
          <p:cNvPr id="10" name="TextBox 9">
            <a:extLst>
              <a:ext uri="{FF2B5EF4-FFF2-40B4-BE49-F238E27FC236}">
                <a16:creationId xmlns:a16="http://schemas.microsoft.com/office/drawing/2014/main" id="{CD9D91CB-444B-B15F-7D27-F8959442EE8D}"/>
              </a:ext>
            </a:extLst>
          </p:cNvPr>
          <p:cNvSpPr txBox="1"/>
          <p:nvPr userDrawn="1"/>
        </p:nvSpPr>
        <p:spPr>
          <a:xfrm rot="10800000">
            <a:off x="17582278" y="12276665"/>
            <a:ext cx="1468672" cy="4508927"/>
          </a:xfrm>
          <a:prstGeom prst="rect">
            <a:avLst/>
          </a:prstGeom>
          <a:noFill/>
        </p:spPr>
        <p:txBody>
          <a:bodyPr wrap="none" rtlCol="0">
            <a:spAutoFit/>
          </a:bodyPr>
          <a:lstStyle/>
          <a:p>
            <a:pPr algn="ctr"/>
            <a:r>
              <a:rPr lang="en-US" sz="28700">
                <a:solidFill>
                  <a:schemeClr val="tx2"/>
                </a:solidFill>
                <a:latin typeface="NVIDIA Sans Light" panose="020B0303020203020204" pitchFamily="34" charset="0"/>
                <a:cs typeface="NVIDIA Sans Light" panose="020B0303020203020204" pitchFamily="34" charset="0"/>
              </a:rPr>
              <a:t>“</a:t>
            </a:r>
          </a:p>
        </p:txBody>
      </p:sp>
      <p:cxnSp>
        <p:nvCxnSpPr>
          <p:cNvPr id="13" name="Straight Connector 12">
            <a:extLst>
              <a:ext uri="{FF2B5EF4-FFF2-40B4-BE49-F238E27FC236}">
                <a16:creationId xmlns:a16="http://schemas.microsoft.com/office/drawing/2014/main" id="{0A168394-A768-2D2C-2FE6-DB4613D6BDFB}"/>
              </a:ext>
            </a:extLst>
          </p:cNvPr>
          <p:cNvCxnSpPr>
            <a:cxnSpLocks/>
          </p:cNvCxnSpPr>
          <p:nvPr userDrawn="1"/>
        </p:nvCxnSpPr>
        <p:spPr>
          <a:xfrm>
            <a:off x="6158753" y="15523509"/>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CF7CCAE-8B92-5A79-CBAF-C805450DD64B}"/>
              </a:ext>
            </a:extLst>
          </p:cNvPr>
          <p:cNvCxnSpPr>
            <a:cxnSpLocks/>
          </p:cNvCxnSpPr>
          <p:nvPr userDrawn="1"/>
        </p:nvCxnSpPr>
        <p:spPr>
          <a:xfrm>
            <a:off x="19022336" y="15523509"/>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5F9A1B02-4A67-4CC9-F283-AC371711F42A}"/>
              </a:ext>
            </a:extLst>
          </p:cNvPr>
          <p:cNvGrpSpPr/>
          <p:nvPr userDrawn="1"/>
        </p:nvGrpSpPr>
        <p:grpSpPr>
          <a:xfrm>
            <a:off x="6158753" y="3796809"/>
            <a:ext cx="24258494" cy="4508927"/>
            <a:chOff x="6158753" y="6234204"/>
            <a:chExt cx="24258494" cy="4508927"/>
          </a:xfrm>
        </p:grpSpPr>
        <p:sp>
          <p:nvSpPr>
            <p:cNvPr id="16" name="TextBox 15">
              <a:extLst>
                <a:ext uri="{FF2B5EF4-FFF2-40B4-BE49-F238E27FC236}">
                  <a16:creationId xmlns:a16="http://schemas.microsoft.com/office/drawing/2014/main" id="{DA3E7C50-8DF7-896F-E1BB-D5842FE7F8E9}"/>
                </a:ext>
              </a:extLst>
            </p:cNvPr>
            <p:cNvSpPr txBox="1"/>
            <p:nvPr userDrawn="1"/>
          </p:nvSpPr>
          <p:spPr>
            <a:xfrm>
              <a:off x="17553664" y="6234204"/>
              <a:ext cx="1468672" cy="4508927"/>
            </a:xfrm>
            <a:prstGeom prst="rect">
              <a:avLst/>
            </a:prstGeom>
            <a:noFill/>
          </p:spPr>
          <p:txBody>
            <a:bodyPr wrap="none" rtlCol="0">
              <a:spAutoFit/>
            </a:bodyPr>
            <a:lstStyle/>
            <a:p>
              <a:pPr algn="ctr"/>
              <a:r>
                <a:rPr lang="en-US" sz="28700">
                  <a:solidFill>
                    <a:schemeClr val="tx2"/>
                  </a:solidFill>
                  <a:latin typeface="NVIDIA Sans Light" panose="020B0303020203020204" pitchFamily="34" charset="0"/>
                  <a:cs typeface="NVIDIA Sans Light" panose="020B0303020203020204" pitchFamily="34" charset="0"/>
                </a:rPr>
                <a:t>“</a:t>
              </a:r>
            </a:p>
          </p:txBody>
        </p:sp>
        <p:cxnSp>
          <p:nvCxnSpPr>
            <p:cNvPr id="17" name="Straight Connector 16">
              <a:extLst>
                <a:ext uri="{FF2B5EF4-FFF2-40B4-BE49-F238E27FC236}">
                  <a16:creationId xmlns:a16="http://schemas.microsoft.com/office/drawing/2014/main" id="{0C4E42D4-651A-0018-08AF-103C03C79F4C}"/>
                </a:ext>
              </a:extLst>
            </p:cNvPr>
            <p:cNvCxnSpPr>
              <a:cxnSpLocks/>
            </p:cNvCxnSpPr>
            <p:nvPr userDrawn="1"/>
          </p:nvCxnSpPr>
          <p:spPr>
            <a:xfrm>
              <a:off x="6158753" y="7454586"/>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5DE2FD7-58D2-230B-D513-D6416CD17B37}"/>
                </a:ext>
              </a:extLst>
            </p:cNvPr>
            <p:cNvCxnSpPr>
              <a:cxnSpLocks/>
            </p:cNvCxnSpPr>
            <p:nvPr userDrawn="1"/>
          </p:nvCxnSpPr>
          <p:spPr>
            <a:xfrm>
              <a:off x="19022336" y="7454586"/>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31303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Quote - SHORT Layout">
    <p:spTree>
      <p:nvGrpSpPr>
        <p:cNvPr id="1" name=""/>
        <p:cNvGrpSpPr/>
        <p:nvPr/>
      </p:nvGrpSpPr>
      <p:grpSpPr>
        <a:xfrm>
          <a:off x="0" y="0"/>
          <a:ext cx="0" cy="0"/>
          <a:chOff x="0" y="0"/>
          <a:chExt cx="0" cy="0"/>
        </a:xfrm>
      </p:grpSpPr>
      <p:pic>
        <p:nvPicPr>
          <p:cNvPr id="2" name="Picture 1" descr="A green and white background&#10;&#10;Description automatically generated">
            <a:extLst>
              <a:ext uri="{FF2B5EF4-FFF2-40B4-BE49-F238E27FC236}">
                <a16:creationId xmlns:a16="http://schemas.microsoft.com/office/drawing/2014/main" id="{61701B74-047D-F92D-ADA0-7BF31D83E2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36576003" cy="20574001"/>
          </a:xfrm>
          <a:prstGeom prst="rect">
            <a:avLst/>
          </a:prstGeom>
        </p:spPr>
      </p:pic>
      <p:sp>
        <p:nvSpPr>
          <p:cNvPr id="6" name="Rectangle 5">
            <a:extLst>
              <a:ext uri="{FF2B5EF4-FFF2-40B4-BE49-F238E27FC236}">
                <a16:creationId xmlns:a16="http://schemas.microsoft.com/office/drawing/2014/main" id="{A85FB945-6B24-57D3-B359-4FC5884B9E2A}"/>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7" name="Rectangle 6">
            <a:extLst>
              <a:ext uri="{FF2B5EF4-FFF2-40B4-BE49-F238E27FC236}">
                <a16:creationId xmlns:a16="http://schemas.microsoft.com/office/drawing/2014/main" id="{0E0A1354-6E59-B3D9-5AE9-EFF6955F88F2}"/>
              </a:ext>
            </a:extLst>
          </p:cNvPr>
          <p:cNvSpPr/>
          <p:nvPr userDrawn="1"/>
        </p:nvSpPr>
        <p:spPr>
          <a:xfrm flipV="1">
            <a:off x="0" y="1526990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8" name="Rectangle 7">
            <a:extLst>
              <a:ext uri="{FF2B5EF4-FFF2-40B4-BE49-F238E27FC236}">
                <a16:creationId xmlns:a16="http://schemas.microsoft.com/office/drawing/2014/main" id="{F0807B0F-0A81-6159-CB17-9A246F14A280}"/>
              </a:ext>
            </a:extLst>
          </p:cNvPr>
          <p:cNvSpPr/>
          <p:nvPr userDrawn="1"/>
        </p:nvSpPr>
        <p:spPr>
          <a:xfrm>
            <a:off x="0" y="106823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5" name="Rectangle 4">
            <a:extLst>
              <a:ext uri="{FF2B5EF4-FFF2-40B4-BE49-F238E27FC236}">
                <a16:creationId xmlns:a16="http://schemas.microsoft.com/office/drawing/2014/main" id="{A4688F64-F571-BC4C-9D1B-F87497A44084}"/>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27" name="Text Placeholder 4">
            <a:extLst>
              <a:ext uri="{FF2B5EF4-FFF2-40B4-BE49-F238E27FC236}">
                <a16:creationId xmlns:a16="http://schemas.microsoft.com/office/drawing/2014/main" id="{79BB071F-1DED-7BC0-205E-742D1CC39ADE}"/>
              </a:ext>
            </a:extLst>
          </p:cNvPr>
          <p:cNvSpPr>
            <a:spLocks noGrp="1"/>
          </p:cNvSpPr>
          <p:nvPr>
            <p:ph type="body" sz="quarter" idx="13" hasCustomPrompt="1"/>
          </p:nvPr>
        </p:nvSpPr>
        <p:spPr>
          <a:xfrm>
            <a:off x="6158753" y="11878330"/>
            <a:ext cx="24258494" cy="1043922"/>
          </a:xfrm>
          <a:prstGeom prst="rect">
            <a:avLst/>
          </a:prstGeom>
        </p:spPr>
        <p:txBody>
          <a:bodyPr/>
          <a:lstStyle>
            <a:lvl1pPr marL="0" indent="0" algn="ctr">
              <a:lnSpc>
                <a:spcPct val="90000"/>
              </a:lnSpc>
              <a:spcBef>
                <a:spcPts val="0"/>
              </a:spcBef>
              <a:buFontTx/>
              <a:buNone/>
              <a:defRPr sz="4400" i="1" cap="none" baseline="0">
                <a:solidFill>
                  <a:schemeClr val="tx2"/>
                </a:solidFill>
                <a:latin typeface="NVIDIA Sans" panose="020B0503020203020204" pitchFamily="34" charset="0"/>
                <a:cs typeface="NVIDIA Sans" panose="020B05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 Quote source</a:t>
            </a:r>
          </a:p>
        </p:txBody>
      </p:sp>
      <p:sp>
        <p:nvSpPr>
          <p:cNvPr id="28" name="Text Placeholder 4">
            <a:extLst>
              <a:ext uri="{FF2B5EF4-FFF2-40B4-BE49-F238E27FC236}">
                <a16:creationId xmlns:a16="http://schemas.microsoft.com/office/drawing/2014/main" id="{652C8912-97F2-5FEC-2170-801AFD44E796}"/>
              </a:ext>
            </a:extLst>
          </p:cNvPr>
          <p:cNvSpPr>
            <a:spLocks noGrp="1"/>
          </p:cNvSpPr>
          <p:nvPr>
            <p:ph type="body" sz="quarter" idx="14" hasCustomPrompt="1"/>
          </p:nvPr>
        </p:nvSpPr>
        <p:spPr>
          <a:xfrm>
            <a:off x="6158754" y="7053551"/>
            <a:ext cx="24258494" cy="4403224"/>
          </a:xfrm>
          <a:prstGeom prst="rect">
            <a:avLst/>
          </a:prstGeom>
        </p:spPr>
        <p:txBody>
          <a:bodyPr anchor="ctr"/>
          <a:lstStyle>
            <a:lvl1pPr marL="0" indent="0" algn="ctr">
              <a:lnSpc>
                <a:spcPct val="90000"/>
              </a:lnSpc>
              <a:spcBef>
                <a:spcPts val="0"/>
              </a:spcBef>
              <a:buFontTx/>
              <a:buNone/>
              <a:defRPr sz="12000" cap="none" baseline="0">
                <a:solidFill>
                  <a:schemeClr val="bg1"/>
                </a:solidFill>
                <a:latin typeface="NVIDIA Sans Light" panose="020B0303020203020204" pitchFamily="34" charset="0"/>
                <a:cs typeface="NVIDIA Sans Light" panose="020B03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Click to add quote</a:t>
            </a:r>
          </a:p>
        </p:txBody>
      </p:sp>
      <p:grpSp>
        <p:nvGrpSpPr>
          <p:cNvPr id="29" name="Group 28">
            <a:extLst>
              <a:ext uri="{FF2B5EF4-FFF2-40B4-BE49-F238E27FC236}">
                <a16:creationId xmlns:a16="http://schemas.microsoft.com/office/drawing/2014/main" id="{54182597-2C50-3A4E-9225-0ED4ED207042}"/>
              </a:ext>
            </a:extLst>
          </p:cNvPr>
          <p:cNvGrpSpPr/>
          <p:nvPr userDrawn="1"/>
        </p:nvGrpSpPr>
        <p:grpSpPr>
          <a:xfrm>
            <a:off x="6158753" y="5267062"/>
            <a:ext cx="24258494" cy="10102852"/>
            <a:chOff x="6158753" y="6264684"/>
            <a:chExt cx="24258494" cy="10102852"/>
          </a:xfrm>
        </p:grpSpPr>
        <p:grpSp>
          <p:nvGrpSpPr>
            <p:cNvPr id="30" name="Group 29">
              <a:extLst>
                <a:ext uri="{FF2B5EF4-FFF2-40B4-BE49-F238E27FC236}">
                  <a16:creationId xmlns:a16="http://schemas.microsoft.com/office/drawing/2014/main" id="{09B0E8CB-44E4-719C-A5CF-735DA9699441}"/>
                </a:ext>
              </a:extLst>
            </p:cNvPr>
            <p:cNvGrpSpPr/>
            <p:nvPr userDrawn="1"/>
          </p:nvGrpSpPr>
          <p:grpSpPr>
            <a:xfrm>
              <a:off x="17553664" y="6264684"/>
              <a:ext cx="1497286" cy="10102852"/>
              <a:chOff x="17553664" y="5634063"/>
              <a:chExt cx="1497286" cy="10102852"/>
            </a:xfrm>
          </p:grpSpPr>
          <p:sp>
            <p:nvSpPr>
              <p:cNvPr id="39" name="TextBox 38">
                <a:extLst>
                  <a:ext uri="{FF2B5EF4-FFF2-40B4-BE49-F238E27FC236}">
                    <a16:creationId xmlns:a16="http://schemas.microsoft.com/office/drawing/2014/main" id="{31D0B919-1FC7-23E4-68BE-05C833FAB722}"/>
                  </a:ext>
                </a:extLst>
              </p:cNvPr>
              <p:cNvSpPr txBox="1"/>
              <p:nvPr/>
            </p:nvSpPr>
            <p:spPr>
              <a:xfrm>
                <a:off x="17553664" y="5634063"/>
                <a:ext cx="1468672" cy="4508927"/>
              </a:xfrm>
              <a:prstGeom prst="rect">
                <a:avLst/>
              </a:prstGeom>
              <a:noFill/>
            </p:spPr>
            <p:txBody>
              <a:bodyPr wrap="none" rtlCol="0">
                <a:spAutoFit/>
              </a:bodyPr>
              <a:lstStyle/>
              <a:p>
                <a:pPr algn="ctr"/>
                <a:r>
                  <a:rPr lang="en-US" sz="28700">
                    <a:solidFill>
                      <a:schemeClr val="tx2"/>
                    </a:solidFill>
                    <a:latin typeface="NVIDIA Sans Light" panose="020B0303020203020204" pitchFamily="34" charset="0"/>
                    <a:cs typeface="NVIDIA Sans Light" panose="020B0303020203020204" pitchFamily="34" charset="0"/>
                  </a:rPr>
                  <a:t>“</a:t>
                </a:r>
              </a:p>
            </p:txBody>
          </p:sp>
          <p:sp>
            <p:nvSpPr>
              <p:cNvPr id="40" name="TextBox 39">
                <a:extLst>
                  <a:ext uri="{FF2B5EF4-FFF2-40B4-BE49-F238E27FC236}">
                    <a16:creationId xmlns:a16="http://schemas.microsoft.com/office/drawing/2014/main" id="{4BD82AED-32A6-66BD-FAD0-B98CE3AFC77E}"/>
                  </a:ext>
                </a:extLst>
              </p:cNvPr>
              <p:cNvSpPr txBox="1"/>
              <p:nvPr/>
            </p:nvSpPr>
            <p:spPr>
              <a:xfrm rot="10800000">
                <a:off x="17582278" y="11227988"/>
                <a:ext cx="1468672" cy="4508927"/>
              </a:xfrm>
              <a:prstGeom prst="rect">
                <a:avLst/>
              </a:prstGeom>
              <a:noFill/>
            </p:spPr>
            <p:txBody>
              <a:bodyPr wrap="none" rtlCol="0">
                <a:spAutoFit/>
              </a:bodyPr>
              <a:lstStyle/>
              <a:p>
                <a:pPr algn="ctr"/>
                <a:r>
                  <a:rPr lang="en-US" sz="28700">
                    <a:solidFill>
                      <a:schemeClr val="tx2"/>
                    </a:solidFill>
                    <a:latin typeface="NVIDIA Sans Light" panose="020B0303020203020204" pitchFamily="34" charset="0"/>
                    <a:cs typeface="NVIDIA Sans Light" panose="020B0303020203020204" pitchFamily="34" charset="0"/>
                  </a:rPr>
                  <a:t>“</a:t>
                </a:r>
              </a:p>
            </p:txBody>
          </p:sp>
        </p:grpSp>
        <p:cxnSp>
          <p:nvCxnSpPr>
            <p:cNvPr id="31" name="Straight Connector 30">
              <a:extLst>
                <a:ext uri="{FF2B5EF4-FFF2-40B4-BE49-F238E27FC236}">
                  <a16:creationId xmlns:a16="http://schemas.microsoft.com/office/drawing/2014/main" id="{191EC44D-F0B4-790F-3089-A3B3D01B77A7}"/>
                </a:ext>
              </a:extLst>
            </p:cNvPr>
            <p:cNvCxnSpPr>
              <a:cxnSpLocks/>
            </p:cNvCxnSpPr>
            <p:nvPr userDrawn="1"/>
          </p:nvCxnSpPr>
          <p:spPr>
            <a:xfrm>
              <a:off x="6158753" y="7454586"/>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7DAC6E7-C5E7-D30C-B66F-007182DE7AC2}"/>
                </a:ext>
              </a:extLst>
            </p:cNvPr>
            <p:cNvCxnSpPr>
              <a:cxnSpLocks/>
            </p:cNvCxnSpPr>
            <p:nvPr userDrawn="1"/>
          </p:nvCxnSpPr>
          <p:spPr>
            <a:xfrm>
              <a:off x="19022336" y="7454586"/>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77AA061-58A0-8C4F-C050-0B149A72E614}"/>
                </a:ext>
              </a:extLst>
            </p:cNvPr>
            <p:cNvCxnSpPr>
              <a:cxnSpLocks/>
            </p:cNvCxnSpPr>
            <p:nvPr userDrawn="1"/>
          </p:nvCxnSpPr>
          <p:spPr>
            <a:xfrm>
              <a:off x="6158753" y="15144241"/>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916F238-457C-1E6C-1D73-143F4C3F6160}"/>
                </a:ext>
              </a:extLst>
            </p:cNvPr>
            <p:cNvCxnSpPr>
              <a:cxnSpLocks/>
            </p:cNvCxnSpPr>
            <p:nvPr userDrawn="1"/>
          </p:nvCxnSpPr>
          <p:spPr>
            <a:xfrm>
              <a:off x="19022336" y="15144241"/>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440658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pic>
        <p:nvPicPr>
          <p:cNvPr id="8" name="Picture 7" descr="A green curved lines with a bright light behind them&#10;&#10;Description automatically generated">
            <a:extLst>
              <a:ext uri="{FF2B5EF4-FFF2-40B4-BE49-F238E27FC236}">
                <a16:creationId xmlns:a16="http://schemas.microsoft.com/office/drawing/2014/main" id="{F807122B-A2F6-379E-64FD-A4985E493AF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408" r="51136" b="926"/>
          <a:stretch/>
        </p:blipFill>
        <p:spPr>
          <a:xfrm>
            <a:off x="0" y="0"/>
            <a:ext cx="17150706" cy="20574000"/>
          </a:xfrm>
          <a:prstGeom prst="rect">
            <a:avLst/>
          </a:prstGeom>
        </p:spPr>
      </p:pic>
      <p:sp>
        <p:nvSpPr>
          <p:cNvPr id="3" name="Rectangle 2">
            <a:extLst>
              <a:ext uri="{FF2B5EF4-FFF2-40B4-BE49-F238E27FC236}">
                <a16:creationId xmlns:a16="http://schemas.microsoft.com/office/drawing/2014/main" id="{3EFDB0CE-6D06-5D9D-4F40-64EBE09315DF}"/>
              </a:ext>
            </a:extLst>
          </p:cNvPr>
          <p:cNvSpPr/>
          <p:nvPr userDrawn="1"/>
        </p:nvSpPr>
        <p:spPr>
          <a:xfrm>
            <a:off x="0" y="0"/>
            <a:ext cx="17150706" cy="20574000"/>
          </a:xfrm>
          <a:prstGeom prst="rect">
            <a:avLst/>
          </a:prstGeom>
          <a:solidFill>
            <a:schemeClr val="tx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6" name="Rectangle 5">
            <a:extLst>
              <a:ext uri="{FF2B5EF4-FFF2-40B4-BE49-F238E27FC236}">
                <a16:creationId xmlns:a16="http://schemas.microsoft.com/office/drawing/2014/main" id="{5714B981-6D72-A82B-BB74-685EAD4F2156}"/>
              </a:ext>
            </a:extLst>
          </p:cNvPr>
          <p:cNvSpPr/>
          <p:nvPr userDrawn="1"/>
        </p:nvSpPr>
        <p:spPr>
          <a:xfrm>
            <a:off x="17204620" y="5394960"/>
            <a:ext cx="566928" cy="151790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Tree>
    <p:extLst>
      <p:ext uri="{BB962C8B-B14F-4D97-AF65-F5344CB8AC3E}">
        <p14:creationId xmlns:p14="http://schemas.microsoft.com/office/powerpoint/2010/main" val="35005879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ransition">
    <p:spTree>
      <p:nvGrpSpPr>
        <p:cNvPr id="1" name=""/>
        <p:cNvGrpSpPr/>
        <p:nvPr/>
      </p:nvGrpSpPr>
      <p:grpSpPr>
        <a:xfrm>
          <a:off x="0" y="0"/>
          <a:ext cx="0" cy="0"/>
          <a:chOff x="0" y="0"/>
          <a:chExt cx="0" cy="0"/>
        </a:xfrm>
      </p:grpSpPr>
      <p:pic>
        <p:nvPicPr>
          <p:cNvPr id="4" name="Picture 3" descr="A close-up of green and white&#10;&#10;Description automatically generated">
            <a:extLst>
              <a:ext uri="{FF2B5EF4-FFF2-40B4-BE49-F238E27FC236}">
                <a16:creationId xmlns:a16="http://schemas.microsoft.com/office/drawing/2014/main" id="{F680AE5A-C426-36FD-E875-65C352F89B6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Text Placeholder 4">
            <a:extLst>
              <a:ext uri="{FF2B5EF4-FFF2-40B4-BE49-F238E27FC236}">
                <a16:creationId xmlns:a16="http://schemas.microsoft.com/office/drawing/2014/main" id="{986AD3F4-3771-EC4B-882B-5E3EA6379A9B}"/>
              </a:ext>
            </a:extLst>
          </p:cNvPr>
          <p:cNvSpPr>
            <a:spLocks noGrp="1"/>
          </p:cNvSpPr>
          <p:nvPr>
            <p:ph type="body" sz="quarter" idx="13" hasCustomPrompt="1"/>
          </p:nvPr>
        </p:nvSpPr>
        <p:spPr>
          <a:xfrm>
            <a:off x="1473866" y="1865236"/>
            <a:ext cx="18476688" cy="5943600"/>
          </a:xfrm>
          <a:prstGeom prst="rect">
            <a:avLst/>
          </a:prstGeom>
        </p:spPr>
        <p:txBody>
          <a:bodyPr anchor="b"/>
          <a:lstStyle>
            <a:lvl1pPr marL="0" indent="0" algn="l">
              <a:spcBef>
                <a:spcPts val="0"/>
              </a:spcBef>
              <a:buFontTx/>
              <a:buNone/>
              <a:defRPr lang="en-US" sz="9000" b="1" kern="0" cap="none" baseline="0" dirty="0" smtClean="0">
                <a:solidFill>
                  <a:schemeClr val="bg1"/>
                </a:solidFill>
                <a:latin typeface="NVIDIA Sans" panose="020B0503020203020204" pitchFamily="34" charset="0"/>
                <a:ea typeface="+mj-ea"/>
                <a:cs typeface="NVIDIA Sans" panose="020B0503020203020204" pitchFamily="34" charset="0"/>
              </a:defRPr>
            </a:lvl1pPr>
            <a:lvl2pPr marL="2562790" indent="0">
              <a:buFontTx/>
              <a:buNone/>
              <a:defRPr lang="en-US" sz="8000" b="1" kern="0" cap="all" baseline="0" dirty="0" smtClean="0">
                <a:solidFill>
                  <a:schemeClr val="tx1"/>
                </a:solidFill>
                <a:latin typeface="NVIDIA Sans" panose="020B0503020203020204" pitchFamily="34" charset="0"/>
                <a:ea typeface="+mj-ea"/>
                <a:cs typeface="+mj-cs"/>
              </a:defRPr>
            </a:lvl2pPr>
            <a:lvl3pPr marL="4883584" indent="0">
              <a:buFontTx/>
              <a:buNone/>
              <a:defRPr lang="en-US" sz="8000" b="1" kern="0" cap="all" baseline="0" dirty="0" smtClean="0">
                <a:solidFill>
                  <a:schemeClr val="tx1"/>
                </a:solidFill>
                <a:latin typeface="NVIDIA Sans" panose="020B0503020203020204" pitchFamily="34" charset="0"/>
                <a:ea typeface="+mj-ea"/>
                <a:cs typeface="+mj-cs"/>
              </a:defRPr>
            </a:lvl3pPr>
            <a:lvl4pPr marL="6933729" indent="0">
              <a:buFontTx/>
              <a:buNone/>
              <a:defRPr lang="en-US" sz="8000" b="1" kern="0" cap="all" baseline="0" dirty="0" smtClean="0">
                <a:solidFill>
                  <a:schemeClr val="tx1"/>
                </a:solidFill>
                <a:latin typeface="NVIDIA Sans" panose="020B0503020203020204" pitchFamily="34" charset="0"/>
                <a:ea typeface="+mj-ea"/>
                <a:cs typeface="+mj-cs"/>
              </a:defRPr>
            </a:lvl4pPr>
            <a:lvl5pPr marL="8471409" indent="0">
              <a:buFontTx/>
              <a:buNone/>
              <a:defRPr lang="en-US" sz="8000" b="1" kern="0" cap="all" baseline="0" dirty="0">
                <a:solidFill>
                  <a:schemeClr val="tx1"/>
                </a:solidFill>
                <a:latin typeface="NVIDIA Sans" panose="020B0503020203020204" pitchFamily="34" charset="0"/>
                <a:ea typeface="+mj-ea"/>
                <a:cs typeface="+mj-cs"/>
              </a:defRPr>
            </a:lvl5pPr>
          </a:lstStyle>
          <a:p>
            <a:pPr lvl="0"/>
            <a:r>
              <a:rPr lang="en-US"/>
              <a:t>Click To Add Text</a:t>
            </a:r>
          </a:p>
        </p:txBody>
      </p:sp>
      <p:sp>
        <p:nvSpPr>
          <p:cNvPr id="8" name="Rectangle 7">
            <a:extLst>
              <a:ext uri="{FF2B5EF4-FFF2-40B4-BE49-F238E27FC236}">
                <a16:creationId xmlns:a16="http://schemas.microsoft.com/office/drawing/2014/main" id="{991690F0-C869-92D8-B1E3-3151C511786C}"/>
              </a:ext>
            </a:extLst>
          </p:cNvPr>
          <p:cNvSpPr/>
          <p:nvPr userDrawn="1"/>
        </p:nvSpPr>
        <p:spPr>
          <a:xfrm>
            <a:off x="-1" y="0"/>
            <a:ext cx="566928" cy="74980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Tree>
    <p:extLst>
      <p:ext uri="{BB962C8B-B14F-4D97-AF65-F5344CB8AC3E}">
        <p14:creationId xmlns:p14="http://schemas.microsoft.com/office/powerpoint/2010/main" val="15532218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068417-0A49-4E97-BD32-9EE897037421}"/>
              </a:ext>
            </a:extLst>
          </p:cNvPr>
          <p:cNvSpPr/>
          <p:nvPr userDrawn="1"/>
        </p:nvSpPr>
        <p:spPr>
          <a:xfrm>
            <a:off x="0" y="0"/>
            <a:ext cx="36576000" cy="20574000"/>
          </a:xfrm>
          <a:prstGeom prst="rect">
            <a:avLst/>
          </a:prstGeom>
          <a:solidFill>
            <a:srgbClr val="9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4">
            <a:extLst>
              <a:ext uri="{FF2B5EF4-FFF2-40B4-BE49-F238E27FC236}">
                <a16:creationId xmlns:a16="http://schemas.microsoft.com/office/drawing/2014/main" id="{5CE798D4-9140-2EC5-6DC9-6C6A5F5737E4}"/>
              </a:ext>
            </a:extLst>
          </p:cNvPr>
          <p:cNvSpPr>
            <a:spLocks noGrp="1"/>
          </p:cNvSpPr>
          <p:nvPr>
            <p:ph type="body" sz="quarter" idx="10" hasCustomPrompt="1"/>
          </p:nvPr>
        </p:nvSpPr>
        <p:spPr>
          <a:xfrm>
            <a:off x="7634260" y="10771999"/>
            <a:ext cx="22733876" cy="5476186"/>
          </a:xfrm>
          <a:prstGeom prst="rect">
            <a:avLst/>
          </a:prstGeom>
        </p:spPr>
        <p:txBody>
          <a:bodyPr/>
          <a:lstStyle>
            <a:lvl1pPr marL="0" indent="0" algn="l">
              <a:lnSpc>
                <a:spcPct val="90000"/>
              </a:lnSpc>
              <a:spcBef>
                <a:spcPts val="0"/>
              </a:spcBef>
              <a:buFontTx/>
              <a:buNone/>
              <a:defRPr sz="4400" cap="none" baseline="0">
                <a:solidFill>
                  <a:schemeClr val="tx1"/>
                </a:solidFill>
                <a:latin typeface="NVIDIA Sans Medium" panose="020B0603020203020204" pitchFamily="34" charset="0"/>
                <a:cs typeface="NVIDIA Sans Medium" panose="020B06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Edit Text Style</a:t>
            </a:r>
          </a:p>
        </p:txBody>
      </p:sp>
      <p:sp>
        <p:nvSpPr>
          <p:cNvPr id="10" name="Title 1">
            <a:extLst>
              <a:ext uri="{FF2B5EF4-FFF2-40B4-BE49-F238E27FC236}">
                <a16:creationId xmlns:a16="http://schemas.microsoft.com/office/drawing/2014/main" id="{9FAAD9D4-FB4F-9DA0-9C5E-7AD5B9D1B73A}"/>
              </a:ext>
            </a:extLst>
          </p:cNvPr>
          <p:cNvSpPr>
            <a:spLocks noGrp="1"/>
          </p:cNvSpPr>
          <p:nvPr>
            <p:ph type="title" hasCustomPrompt="1"/>
          </p:nvPr>
        </p:nvSpPr>
        <p:spPr>
          <a:xfrm>
            <a:off x="7634260" y="9024760"/>
            <a:ext cx="22733877" cy="1754266"/>
          </a:xfrm>
          <a:prstGeom prst="rect">
            <a:avLst/>
          </a:prstGeom>
        </p:spPr>
        <p:txBody>
          <a:bodyPr/>
          <a:lstStyle>
            <a:lvl1pPr algn="l">
              <a:defRPr sz="12000" b="0" cap="none">
                <a:solidFill>
                  <a:schemeClr val="tx1"/>
                </a:solidFill>
                <a:latin typeface="NVIDIA Sans Light" panose="020B0303020203020204" pitchFamily="34" charset="0"/>
                <a:cs typeface="NVIDIA Sans Light" panose="020B0303020203020204" pitchFamily="34" charset="0"/>
              </a:defRPr>
            </a:lvl1pPr>
          </a:lstStyle>
          <a:p>
            <a:r>
              <a:rPr lang="en-US"/>
              <a:t>Click to add text</a:t>
            </a:r>
          </a:p>
        </p:txBody>
      </p:sp>
      <p:pic>
        <p:nvPicPr>
          <p:cNvPr id="11" name="Picture 10" descr="A close up of a logo&#10;&#10;Description automatically generated">
            <a:extLst>
              <a:ext uri="{FF2B5EF4-FFF2-40B4-BE49-F238E27FC236}">
                <a16:creationId xmlns:a16="http://schemas.microsoft.com/office/drawing/2014/main" id="{71DC9D6B-A1D3-6E9D-3F5B-25ABC3B87F48}"/>
              </a:ext>
            </a:extLst>
          </p:cNvPr>
          <p:cNvPicPr>
            <a:picLocks noChangeAspect="1"/>
          </p:cNvPicPr>
          <p:nvPr userDrawn="1"/>
        </p:nvPicPr>
        <p:blipFill>
          <a:blip r:embed="rId2"/>
          <a:stretch>
            <a:fillRect/>
          </a:stretch>
        </p:blipFill>
        <p:spPr>
          <a:xfrm>
            <a:off x="7193140" y="6248046"/>
            <a:ext cx="2357259" cy="2357256"/>
          </a:xfrm>
          <a:prstGeom prst="rect">
            <a:avLst/>
          </a:prstGeom>
        </p:spPr>
      </p:pic>
    </p:spTree>
    <p:extLst>
      <p:ext uri="{BB962C8B-B14F-4D97-AF65-F5344CB8AC3E}">
        <p14:creationId xmlns:p14="http://schemas.microsoft.com/office/powerpoint/2010/main" val="5144054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5" name="Picture 4" descr="A green and white background&#10;&#10;Description automatically generated">
            <a:extLst>
              <a:ext uri="{FF2B5EF4-FFF2-40B4-BE49-F238E27FC236}">
                <a16:creationId xmlns:a16="http://schemas.microsoft.com/office/drawing/2014/main" id="{59444DC2-EE0C-D166-FB2A-0933A4B04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pic>
        <p:nvPicPr>
          <p:cNvPr id="3" name="Picture 2" descr="A picture containing graphics, logo, symbol, graphic design&#10;&#10;Description automatically generated">
            <a:extLst>
              <a:ext uri="{FF2B5EF4-FFF2-40B4-BE49-F238E27FC236}">
                <a16:creationId xmlns:a16="http://schemas.microsoft.com/office/drawing/2014/main" id="{9BB9031F-8728-8968-10CA-E5BDE38FC7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16125" y="773531"/>
            <a:ext cx="8365991" cy="2882310"/>
          </a:xfrm>
          <a:prstGeom prst="rect">
            <a:avLst/>
          </a:prstGeom>
        </p:spPr>
      </p:pic>
    </p:spTree>
    <p:extLst>
      <p:ext uri="{BB962C8B-B14F-4D97-AF65-F5344CB8AC3E}">
        <p14:creationId xmlns:p14="http://schemas.microsoft.com/office/powerpoint/2010/main" val="35771557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0"/>
            <a:ext cx="31546800" cy="2514600"/>
          </a:xfrm>
          <a:prstGeom prst="rect">
            <a:avLst/>
          </a:prstGeom>
        </p:spPr>
        <p:txBody>
          <a:bodyPr vert="horz" lIns="91440" tIns="45720" rIns="91440" bIns="45720" rtlCol="0" anchor="b">
            <a:normAutofit/>
          </a:bodyPr>
          <a:lstStyle/>
          <a:p>
            <a:r>
              <a:rPr lang="en-US"/>
              <a:t>Click To Add Title</a:t>
            </a:r>
          </a:p>
        </p:txBody>
      </p:sp>
      <p:grpSp>
        <p:nvGrpSpPr>
          <p:cNvPr id="8" name="Group 7">
            <a:extLst>
              <a:ext uri="{FF2B5EF4-FFF2-40B4-BE49-F238E27FC236}">
                <a16:creationId xmlns:a16="http://schemas.microsoft.com/office/drawing/2014/main" id="{71DA1210-4468-5B83-C91A-BBA62AF1227D}"/>
              </a:ext>
            </a:extLst>
          </p:cNvPr>
          <p:cNvGrpSpPr/>
          <p:nvPr userDrawn="1"/>
        </p:nvGrpSpPr>
        <p:grpSpPr>
          <a:xfrm>
            <a:off x="34061399" y="19504414"/>
            <a:ext cx="2514601" cy="1072783"/>
            <a:chOff x="34061399" y="19504414"/>
            <a:chExt cx="2514601" cy="1072783"/>
          </a:xfrm>
        </p:grpSpPr>
        <p:sp>
          <p:nvSpPr>
            <p:cNvPr id="5" name="Rectangle 4">
              <a:extLst>
                <a:ext uri="{FF2B5EF4-FFF2-40B4-BE49-F238E27FC236}">
                  <a16:creationId xmlns:a16="http://schemas.microsoft.com/office/drawing/2014/main" id="{B76547AF-589A-45F3-BD57-EACA3BF60CFD}"/>
                </a:ext>
              </a:extLst>
            </p:cNvPr>
            <p:cNvSpPr/>
            <p:nvPr userDrawn="1"/>
          </p:nvSpPr>
          <p:spPr>
            <a:xfrm>
              <a:off x="36420552" y="19687526"/>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9" name="Picture 8" descr="A picture containing shape&#10;&#10;Description automatically generated">
              <a:extLst>
                <a:ext uri="{FF2B5EF4-FFF2-40B4-BE49-F238E27FC236}">
                  <a16:creationId xmlns:a16="http://schemas.microsoft.com/office/drawing/2014/main" id="{0F64E9CA-B4B2-365B-092F-3051F7475EA8}"/>
                </a:ext>
              </a:extLst>
            </p:cNvPr>
            <p:cNvPicPr>
              <a:picLocks noChangeAspect="1"/>
            </p:cNvPicPr>
            <p:nvPr userDrawn="1"/>
          </p:nvPicPr>
          <p:blipFill>
            <a:blip r:embed="rId42">
              <a:extLst>
                <a:ext uri="{28A0092B-C50C-407E-A947-70E740481C1C}">
                  <a14:useLocalDpi xmlns:a14="http://schemas.microsoft.com/office/drawing/2010/main" val="0"/>
                </a:ext>
              </a:extLst>
            </a:blip>
            <a:stretch>
              <a:fillRect/>
            </a:stretch>
          </p:blipFill>
          <p:spPr>
            <a:xfrm>
              <a:off x="34061399" y="19504414"/>
              <a:ext cx="2003438" cy="690238"/>
            </a:xfrm>
            <a:prstGeom prst="rect">
              <a:avLst/>
            </a:prstGeom>
          </p:spPr>
        </p:pic>
      </p:grpSp>
    </p:spTree>
    <p:extLst>
      <p:ext uri="{BB962C8B-B14F-4D97-AF65-F5344CB8AC3E}">
        <p14:creationId xmlns:p14="http://schemas.microsoft.com/office/powerpoint/2010/main" val="8324075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722" r:id="rId3"/>
    <p:sldLayoutId id="2147483718" r:id="rId4"/>
    <p:sldLayoutId id="2147483681" r:id="rId5"/>
    <p:sldLayoutId id="2147483680" r:id="rId6"/>
    <p:sldLayoutId id="2147483682" r:id="rId7"/>
    <p:sldLayoutId id="2147483683" r:id="rId8"/>
    <p:sldLayoutId id="2147483705" r:id="rId9"/>
    <p:sldLayoutId id="2147483685" r:id="rId10"/>
    <p:sldLayoutId id="2147483686" r:id="rId11"/>
    <p:sldLayoutId id="2147483687" r:id="rId12"/>
    <p:sldLayoutId id="2147483691" r:id="rId13"/>
    <p:sldLayoutId id="2147483688" r:id="rId14"/>
    <p:sldLayoutId id="2147483690" r:id="rId15"/>
    <p:sldLayoutId id="2147483689" r:id="rId16"/>
    <p:sldLayoutId id="2147483692" r:id="rId17"/>
    <p:sldLayoutId id="2147483693" r:id="rId18"/>
    <p:sldLayoutId id="2147483709" r:id="rId19"/>
    <p:sldLayoutId id="2147483723" r:id="rId20"/>
    <p:sldLayoutId id="2147483710" r:id="rId21"/>
    <p:sldLayoutId id="2147483711" r:id="rId22"/>
    <p:sldLayoutId id="2147483712" r:id="rId23"/>
    <p:sldLayoutId id="2147483713" r:id="rId24"/>
    <p:sldLayoutId id="2147483714" r:id="rId25"/>
    <p:sldLayoutId id="2147483715" r:id="rId26"/>
    <p:sldLayoutId id="2147483716" r:id="rId27"/>
    <p:sldLayoutId id="2147483717" r:id="rId28"/>
    <p:sldLayoutId id="2147483695" r:id="rId29"/>
    <p:sldLayoutId id="2147483721" r:id="rId30"/>
    <p:sldLayoutId id="2147483694" r:id="rId31"/>
    <p:sldLayoutId id="2147483719" r:id="rId32"/>
    <p:sldLayoutId id="2147483724" r:id="rId33"/>
    <p:sldLayoutId id="2147483720" r:id="rId34"/>
    <p:sldLayoutId id="2147483672" r:id="rId35"/>
    <p:sldLayoutId id="2147483708" r:id="rId36"/>
    <p:sldLayoutId id="2147483725" r:id="rId37"/>
    <p:sldLayoutId id="2147483679" r:id="rId38"/>
    <p:sldLayoutId id="2147483676" r:id="rId39"/>
    <p:sldLayoutId id="2147483684" r:id="rId40"/>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ctr" defTabSz="2743200" rtl="0" eaLnBrk="1" latinLnBrk="0" hangingPunct="1">
        <a:lnSpc>
          <a:spcPct val="90000"/>
        </a:lnSpc>
        <a:spcBef>
          <a:spcPct val="0"/>
        </a:spcBef>
        <a:buNone/>
        <a:defRPr sz="7200" b="1" kern="1200" cap="none" baseline="0">
          <a:solidFill>
            <a:schemeClr val="bg1"/>
          </a:solidFill>
          <a:latin typeface="NVIDIA Sans" panose="020B0503020203020204" pitchFamily="34" charset="0"/>
          <a:ea typeface="+mj-ea"/>
          <a:cs typeface="NVIDIA Sans" panose="020B0503020203020204" pitchFamily="34" charset="0"/>
        </a:defRPr>
      </a:lvl1pPr>
    </p:titleStyle>
    <p:bodyStyle>
      <a:lvl1pPr marL="685800" indent="-685800" algn="l" defTabSz="2743200" rtl="0" eaLnBrk="1" latinLnBrk="0" hangingPunct="1">
        <a:lnSpc>
          <a:spcPct val="90000"/>
        </a:lnSpc>
        <a:spcBef>
          <a:spcPts val="3000"/>
        </a:spcBef>
        <a:buFont typeface="NVIDIA Sans" panose="020B0503020203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NVIDIA Sans" panose="020B0503020203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NVIDIA Sans" panose="020B0503020203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svg"/><Relationship Id="rId18" Type="http://schemas.openxmlformats.org/officeDocument/2006/relationships/image" Target="../media/image22.pn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16.png"/><Relationship Id="rId17" Type="http://schemas.openxmlformats.org/officeDocument/2006/relationships/image" Target="../media/image21.svg"/><Relationship Id="rId2" Type="http://schemas.openxmlformats.org/officeDocument/2006/relationships/notesSlide" Target="../notesSlides/notesSlide5.xml"/><Relationship Id="rId16"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image" Target="../media/image15.svg"/><Relationship Id="rId5" Type="http://schemas.openxmlformats.org/officeDocument/2006/relationships/diagramQuickStyle" Target="../diagrams/quickStyle1.xml"/><Relationship Id="rId15" Type="http://schemas.openxmlformats.org/officeDocument/2006/relationships/image" Target="../media/image19.svg"/><Relationship Id="rId10" Type="http://schemas.openxmlformats.org/officeDocument/2006/relationships/image" Target="../media/image14.png"/><Relationship Id="rId19" Type="http://schemas.openxmlformats.org/officeDocument/2006/relationships/image" Target="../media/image23.svg"/><Relationship Id="rId4" Type="http://schemas.openxmlformats.org/officeDocument/2006/relationships/diagramLayout" Target="../diagrams/layout1.xml"/><Relationship Id="rId9" Type="http://schemas.openxmlformats.org/officeDocument/2006/relationships/image" Target="../media/image13.svg"/><Relationship Id="rId14"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24.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19.svg"/><Relationship Id="rId4" Type="http://schemas.openxmlformats.org/officeDocument/2006/relationships/image" Target="../media/image18.png"/><Relationship Id="rId9" Type="http://schemas.openxmlformats.org/officeDocument/2006/relationships/image" Target="../media/image26.jpeg"/></Relationships>
</file>

<file path=ppt/slides/_rels/slide7.xml.rels><?xml version="1.0" encoding="UTF-8" standalone="yes"?>
<Relationships xmlns="http://schemas.openxmlformats.org/package/2006/relationships"><Relationship Id="rId8" Type="http://schemas.openxmlformats.org/officeDocument/2006/relationships/image" Target="../media/image32.jpeg"/><Relationship Id="rId3" Type="http://schemas.openxmlformats.org/officeDocument/2006/relationships/image" Target="../media/image27.jpeg"/><Relationship Id="rId7" Type="http://schemas.openxmlformats.org/officeDocument/2006/relationships/image" Target="../media/image31.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0.jpeg"/><Relationship Id="rId5" Type="http://schemas.openxmlformats.org/officeDocument/2006/relationships/image" Target="../media/image29.jpg"/><Relationship Id="rId4" Type="http://schemas.openxmlformats.org/officeDocument/2006/relationships/image" Target="../media/image28.jpg"/><Relationship Id="rId9" Type="http://schemas.openxmlformats.org/officeDocument/2006/relationships/image" Target="../media/image33.jpeg"/></Relationships>
</file>

<file path=ppt/slides/_rels/slide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9.xml.rels><?xml version="1.0" encoding="UTF-8" standalone="yes"?>
<Relationships xmlns="http://schemas.openxmlformats.org/package/2006/relationships"><Relationship Id="rId8" Type="http://schemas.openxmlformats.org/officeDocument/2006/relationships/image" Target="../media/image38.jpg"/><Relationship Id="rId3" Type="http://schemas.openxmlformats.org/officeDocument/2006/relationships/slideLayout" Target="../slideLayouts/slideLayout2.xml"/><Relationship Id="rId7" Type="http://schemas.openxmlformats.org/officeDocument/2006/relationships/image" Target="../media/image37.png"/><Relationship Id="rId2" Type="http://schemas.openxmlformats.org/officeDocument/2006/relationships/video" Target="../media/media1.webm"/><Relationship Id="rId1" Type="http://schemas.microsoft.com/office/2007/relationships/media" Target="../media/media1.webm"/><Relationship Id="rId6" Type="http://schemas.openxmlformats.org/officeDocument/2006/relationships/hyperlink" Target="https://en.wikipedia.org/wiki/File:Tensile_test_-_steel_sample.ogv" TargetMode="External"/><Relationship Id="rId5" Type="http://schemas.openxmlformats.org/officeDocument/2006/relationships/image" Target="../media/image3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0.jpeg"/></Relationships>
</file>

<file path=ppt/slides/_rels/slide11.xml.rels><?xml version="1.0" encoding="UTF-8" standalone="yes"?>
<Relationships xmlns="http://schemas.openxmlformats.org/package/2006/relationships"><Relationship Id="rId13" Type="http://schemas.openxmlformats.org/officeDocument/2006/relationships/image" Target="../media/image17.svg"/><Relationship Id="rId18" Type="http://schemas.openxmlformats.org/officeDocument/2006/relationships/image" Target="../media/image22.png"/><Relationship Id="rId26" Type="http://schemas.openxmlformats.org/officeDocument/2006/relationships/image" Target="../media/image47.png"/><Relationship Id="rId3" Type="http://schemas.openxmlformats.org/officeDocument/2006/relationships/diagramData" Target="../diagrams/data2.xml"/><Relationship Id="rId21" Type="http://schemas.openxmlformats.org/officeDocument/2006/relationships/image" Target="../media/image42.svg"/><Relationship Id="rId7" Type="http://schemas.microsoft.com/office/2007/relationships/diagramDrawing" Target="../diagrams/drawing2.xml"/><Relationship Id="rId12" Type="http://schemas.openxmlformats.org/officeDocument/2006/relationships/image" Target="../media/image16.png"/><Relationship Id="rId17" Type="http://schemas.openxmlformats.org/officeDocument/2006/relationships/image" Target="../media/image21.svg"/><Relationship Id="rId25" Type="http://schemas.openxmlformats.org/officeDocument/2006/relationships/image" Target="../media/image46.svg"/><Relationship Id="rId33" Type="http://schemas.openxmlformats.org/officeDocument/2006/relationships/image" Target="../media/image54.svg"/><Relationship Id="rId2" Type="http://schemas.openxmlformats.org/officeDocument/2006/relationships/notesSlide" Target="../notesSlides/notesSlide11.xml"/><Relationship Id="rId16" Type="http://schemas.openxmlformats.org/officeDocument/2006/relationships/image" Target="../media/image20.png"/><Relationship Id="rId20" Type="http://schemas.openxmlformats.org/officeDocument/2006/relationships/image" Target="../media/image41.png"/><Relationship Id="rId29" Type="http://schemas.openxmlformats.org/officeDocument/2006/relationships/image" Target="../media/image50.svg"/><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image" Target="../media/image15.svg"/><Relationship Id="rId24" Type="http://schemas.openxmlformats.org/officeDocument/2006/relationships/image" Target="../media/image45.png"/><Relationship Id="rId32" Type="http://schemas.openxmlformats.org/officeDocument/2006/relationships/image" Target="../media/image53.png"/><Relationship Id="rId5" Type="http://schemas.openxmlformats.org/officeDocument/2006/relationships/diagramQuickStyle" Target="../diagrams/quickStyle2.xml"/><Relationship Id="rId15" Type="http://schemas.openxmlformats.org/officeDocument/2006/relationships/image" Target="../media/image19.svg"/><Relationship Id="rId23" Type="http://schemas.openxmlformats.org/officeDocument/2006/relationships/image" Target="../media/image44.svg"/><Relationship Id="rId28" Type="http://schemas.openxmlformats.org/officeDocument/2006/relationships/image" Target="../media/image49.png"/><Relationship Id="rId10" Type="http://schemas.openxmlformats.org/officeDocument/2006/relationships/image" Target="../media/image14.png"/><Relationship Id="rId19" Type="http://schemas.openxmlformats.org/officeDocument/2006/relationships/image" Target="../media/image23.svg"/><Relationship Id="rId31" Type="http://schemas.openxmlformats.org/officeDocument/2006/relationships/image" Target="../media/image52.svg"/><Relationship Id="rId4" Type="http://schemas.openxmlformats.org/officeDocument/2006/relationships/diagramLayout" Target="../diagrams/layout2.xml"/><Relationship Id="rId9" Type="http://schemas.openxmlformats.org/officeDocument/2006/relationships/image" Target="../media/image13.svg"/><Relationship Id="rId14" Type="http://schemas.openxmlformats.org/officeDocument/2006/relationships/image" Target="../media/image18.png"/><Relationship Id="rId22" Type="http://schemas.openxmlformats.org/officeDocument/2006/relationships/image" Target="../media/image43.png"/><Relationship Id="rId27" Type="http://schemas.openxmlformats.org/officeDocument/2006/relationships/image" Target="../media/image48.svg"/><Relationship Id="rId30" Type="http://schemas.openxmlformats.org/officeDocument/2006/relationships/image" Target="../media/image51.png"/><Relationship Id="rId8"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8.xml"/></Relationships>
</file>

<file path=ppt/slides/_rels/slide1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1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1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6C5838-5B15-4295-A6AB-336C44034843}"/>
              </a:ext>
            </a:extLst>
          </p:cNvPr>
          <p:cNvSpPr>
            <a:spLocks noGrp="1"/>
          </p:cNvSpPr>
          <p:nvPr>
            <p:ph type="ctrTitle"/>
          </p:nvPr>
        </p:nvSpPr>
        <p:spPr>
          <a:xfrm>
            <a:off x="1513012" y="2983577"/>
            <a:ext cx="19282214" cy="4937760"/>
          </a:xfrm>
        </p:spPr>
        <p:txBody>
          <a:bodyPr/>
          <a:lstStyle/>
          <a:p>
            <a:r>
              <a:rPr lang="en-US" dirty="0"/>
              <a:t>Building AI Agents with</a:t>
            </a:r>
            <a:br>
              <a:rPr lang="en-US" dirty="0"/>
            </a:br>
            <a:r>
              <a:rPr lang="en-US" dirty="0"/>
              <a:t>Multimodal Models</a:t>
            </a:r>
          </a:p>
        </p:txBody>
      </p:sp>
      <p:sp>
        <p:nvSpPr>
          <p:cNvPr id="10" name="Subtitle 9">
            <a:extLst>
              <a:ext uri="{FF2B5EF4-FFF2-40B4-BE49-F238E27FC236}">
                <a16:creationId xmlns:a16="http://schemas.microsoft.com/office/drawing/2014/main" id="{4C4E44C6-E88C-4CDE-9E6A-035AA5A6FA95}"/>
              </a:ext>
            </a:extLst>
          </p:cNvPr>
          <p:cNvSpPr>
            <a:spLocks noGrp="1"/>
          </p:cNvSpPr>
          <p:nvPr>
            <p:ph type="subTitle" idx="1"/>
          </p:nvPr>
        </p:nvSpPr>
        <p:spPr>
          <a:xfrm>
            <a:off x="1513012" y="7941727"/>
            <a:ext cx="19282214" cy="1703832"/>
          </a:xfrm>
        </p:spPr>
        <p:txBody>
          <a:bodyPr/>
          <a:lstStyle/>
          <a:p>
            <a:r>
              <a:rPr lang="en-US" dirty="0"/>
              <a:t>Part 1: Multimodal Data</a:t>
            </a:r>
          </a:p>
        </p:txBody>
      </p:sp>
    </p:spTree>
    <p:extLst>
      <p:ext uri="{BB962C8B-B14F-4D97-AF65-F5344CB8AC3E}">
        <p14:creationId xmlns:p14="http://schemas.microsoft.com/office/powerpoint/2010/main" val="18878374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78E0B866-8D5C-ABB7-396A-E5AC69D40BD8}"/>
              </a:ext>
            </a:extLst>
          </p:cNvPr>
          <p:cNvGraphicFramePr>
            <a:graphicFrameLocks noGrp="1"/>
          </p:cNvGraphicFramePr>
          <p:nvPr>
            <p:extLst>
              <p:ext uri="{D42A27DB-BD31-4B8C-83A1-F6EECF244321}">
                <p14:modId xmlns:p14="http://schemas.microsoft.com/office/powerpoint/2010/main" val="370994950"/>
              </p:ext>
            </p:extLst>
          </p:nvPr>
        </p:nvGraphicFramePr>
        <p:xfrm>
          <a:off x="18651265" y="7034764"/>
          <a:ext cx="15895909" cy="8981090"/>
        </p:xfrm>
        <a:graphic>
          <a:graphicData uri="http://schemas.openxmlformats.org/drawingml/2006/table">
            <a:tbl>
              <a:tblPr firstRow="1" bandRow="1">
                <a:tableStyleId>{5C22544A-7EE6-4342-B048-85BDC9FD1C3A}</a:tableStyleId>
              </a:tblPr>
              <a:tblGrid>
                <a:gridCol w="988254">
                  <a:extLst>
                    <a:ext uri="{9D8B030D-6E8A-4147-A177-3AD203B41FA5}">
                      <a16:colId xmlns:a16="http://schemas.microsoft.com/office/drawing/2014/main" val="2906691046"/>
                    </a:ext>
                  </a:extLst>
                </a:gridCol>
                <a:gridCol w="14907655">
                  <a:extLst>
                    <a:ext uri="{9D8B030D-6E8A-4147-A177-3AD203B41FA5}">
                      <a16:colId xmlns:a16="http://schemas.microsoft.com/office/drawing/2014/main" val="3388937594"/>
                    </a:ext>
                  </a:extLst>
                </a:gridCol>
              </a:tblGrid>
              <a:tr h="1796218">
                <a:tc>
                  <a:txBody>
                    <a:bodyPr/>
                    <a:lstStyle/>
                    <a:p>
                      <a:pPr marL="0" indent="0" algn="l">
                        <a:buFont typeface="NVIDIA Sans" panose="020B0503020203020204" pitchFamily="34" charset="0"/>
                        <a:buNone/>
                      </a:pPr>
                      <a:r>
                        <a:rPr lang="en-US" sz="5400" b="0" dirty="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buClr>
                          <a:srgbClr val="B6A56F"/>
                        </a:buClr>
                        <a:buSzPct val="120000"/>
                        <a:buFontTx/>
                        <a:buNone/>
                      </a:pPr>
                      <a:r>
                        <a:rPr lang="en-US" sz="4000" b="0" dirty="0">
                          <a:solidFill>
                            <a:schemeClr val="bg1"/>
                          </a:solidFill>
                          <a:latin typeface="NVIDIA Sans Medium" panose="020B0603020203020204" pitchFamily="34" charset="0"/>
                          <a:cs typeface="NVIDIA Sans Medium" panose="020B0603020203020204" pitchFamily="34" charset="0"/>
                        </a:rPr>
                        <a:t>Part 1: Multimodal Data</a:t>
                      </a:r>
                    </a:p>
                  </a:txBody>
                  <a:tcPr marL="0" marR="365760" marT="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4958080"/>
                  </a:ext>
                </a:extLst>
              </a:tr>
              <a:tr h="1796218">
                <a:tc>
                  <a:txBody>
                    <a:bodyPr/>
                    <a:lstStyle/>
                    <a:p>
                      <a:pPr marL="0" indent="0" algn="l">
                        <a:buFont typeface="NVIDIA Sans" panose="020B0503020203020204" pitchFamily="34" charset="0"/>
                        <a:buNone/>
                      </a:pPr>
                      <a:r>
                        <a:rPr lang="en-US" sz="54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2743200" rtl="0" eaLnBrk="1" fontAlgn="auto" latinLnBrk="0" hangingPunct="1">
                        <a:lnSpc>
                          <a:spcPct val="100000"/>
                        </a:lnSpc>
                        <a:spcBef>
                          <a:spcPts val="0"/>
                        </a:spcBef>
                        <a:spcAft>
                          <a:spcPts val="0"/>
                        </a:spcAft>
                        <a:buClr>
                          <a:srgbClr val="B6A56F"/>
                        </a:buClr>
                        <a:buSzPct val="120000"/>
                        <a:buFontTx/>
                        <a:buNone/>
                        <a:tabLst/>
                        <a:defRPr/>
                      </a:pPr>
                      <a:r>
                        <a:rPr kumimoji="0" lang="en-US" sz="4000" b="0" i="0" u="none" strike="noStrike" kern="1200" cap="none" spc="0" normalizeH="0" baseline="0" noProof="0" dirty="0">
                          <a:ln>
                            <a:noFill/>
                          </a:ln>
                          <a:solidFill>
                            <a:schemeClr val="bg1"/>
                          </a:solidFill>
                          <a:effectLst/>
                          <a:uLnTx/>
                          <a:uFillTx/>
                          <a:latin typeface="NVIDIA Sans Medium" panose="020B0603020203020204" pitchFamily="34" charset="0"/>
                          <a:ea typeface="+mn-ea"/>
                          <a:cs typeface="NVIDIA Sans Medium" panose="020B0603020203020204" pitchFamily="34" charset="0"/>
                        </a:rPr>
                        <a:t>Part 2: Intermediate Fusion and CLIP</a:t>
                      </a: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8812821"/>
                  </a:ext>
                </a:extLst>
              </a:tr>
              <a:tr h="1796218">
                <a:tc>
                  <a:txBody>
                    <a:bodyPr/>
                    <a:lstStyle/>
                    <a:p>
                      <a:pPr marL="0" indent="0" algn="l">
                        <a:buFont typeface="NVIDIA Sans" panose="020B0503020203020204" pitchFamily="34" charset="0"/>
                        <a:buNone/>
                      </a:pPr>
                      <a:r>
                        <a:rPr lang="en-US" sz="54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2743200" rtl="0" eaLnBrk="1" fontAlgn="auto" latinLnBrk="0" hangingPunct="1">
                        <a:lnSpc>
                          <a:spcPct val="100000"/>
                        </a:lnSpc>
                        <a:spcBef>
                          <a:spcPts val="0"/>
                        </a:spcBef>
                        <a:spcAft>
                          <a:spcPts val="0"/>
                        </a:spcAft>
                        <a:buClr>
                          <a:srgbClr val="B6A56F"/>
                        </a:buClr>
                        <a:buSzPct val="120000"/>
                        <a:buFontTx/>
                        <a:buNone/>
                        <a:tabLst/>
                        <a:defRPr/>
                      </a:pPr>
                      <a:r>
                        <a:rPr kumimoji="0" lang="en-US" sz="4000" b="0" i="0" u="none" strike="noStrike" kern="1200" cap="none" spc="0" normalizeH="0" baseline="0" noProof="0" dirty="0">
                          <a:ln>
                            <a:noFill/>
                          </a:ln>
                          <a:solidFill>
                            <a:schemeClr val="bg1"/>
                          </a:solidFill>
                          <a:effectLst/>
                          <a:uLnTx/>
                          <a:uFillTx/>
                          <a:latin typeface="NVIDIA Sans Medium" panose="020B0603020203020204" pitchFamily="34" charset="0"/>
                          <a:ea typeface="+mn-ea"/>
                          <a:cs typeface="NVIDIA Sans Medium" panose="020B0603020203020204" pitchFamily="34" charset="0"/>
                        </a:rPr>
                        <a:t>Part 3</a:t>
                      </a:r>
                      <a:r>
                        <a:rPr kumimoji="0" lang="en-US" sz="4000" b="0" i="0" u="none" strike="noStrike" kern="1200" cap="none" spc="0" normalizeH="0" baseline="0" noProof="0">
                          <a:ln>
                            <a:noFill/>
                          </a:ln>
                          <a:solidFill>
                            <a:schemeClr val="bg1"/>
                          </a:solidFill>
                          <a:effectLst/>
                          <a:uLnTx/>
                          <a:uFillTx/>
                          <a:latin typeface="NVIDIA Sans Medium" panose="020B0603020203020204" pitchFamily="34" charset="0"/>
                          <a:ea typeface="+mn-ea"/>
                          <a:cs typeface="NVIDIA Sans Medium" panose="020B0603020203020204" pitchFamily="34" charset="0"/>
                        </a:rPr>
                        <a:t>: Cross-modal </a:t>
                      </a:r>
                      <a:r>
                        <a:rPr kumimoji="0" lang="en-US" sz="4000" b="0" i="0" u="none" strike="noStrike" kern="1200" cap="none" spc="0" normalizeH="0" baseline="0" noProof="0" dirty="0">
                          <a:ln>
                            <a:noFill/>
                          </a:ln>
                          <a:solidFill>
                            <a:schemeClr val="bg1"/>
                          </a:solidFill>
                          <a:effectLst/>
                          <a:uLnTx/>
                          <a:uFillTx/>
                          <a:latin typeface="NVIDIA Sans Medium" panose="020B0603020203020204" pitchFamily="34" charset="0"/>
                          <a:ea typeface="+mn-ea"/>
                          <a:cs typeface="NVIDIA Sans Medium" panose="020B0603020203020204" pitchFamily="34" charset="0"/>
                        </a:rPr>
                        <a:t>Projection and OCR Pipelines</a:t>
                      </a: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3311925"/>
                  </a:ext>
                </a:extLst>
              </a:tr>
              <a:tr h="1796218">
                <a:tc>
                  <a:txBody>
                    <a:bodyPr/>
                    <a:lstStyle/>
                    <a:p>
                      <a:pPr algn="l"/>
                      <a:r>
                        <a:rPr lang="en-US" sz="54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2743200" rtl="0" eaLnBrk="1" fontAlgn="auto" latinLnBrk="0" hangingPunct="1">
                        <a:lnSpc>
                          <a:spcPct val="100000"/>
                        </a:lnSpc>
                        <a:spcBef>
                          <a:spcPts val="0"/>
                        </a:spcBef>
                        <a:spcAft>
                          <a:spcPts val="0"/>
                        </a:spcAft>
                        <a:buClr>
                          <a:srgbClr val="B6A56F"/>
                        </a:buClr>
                        <a:buSzPct val="120000"/>
                        <a:buFontTx/>
                        <a:buNone/>
                        <a:tabLst/>
                        <a:defRPr/>
                      </a:pPr>
                      <a:r>
                        <a:rPr kumimoji="0" lang="en-US" sz="4000" b="0" i="0" u="none" strike="noStrike" kern="1200" cap="none" spc="0" normalizeH="0" baseline="0" noProof="0" dirty="0">
                          <a:ln>
                            <a:noFill/>
                          </a:ln>
                          <a:solidFill>
                            <a:schemeClr val="bg1"/>
                          </a:solidFill>
                          <a:effectLst/>
                          <a:uLnTx/>
                          <a:uFillTx/>
                          <a:latin typeface="NVIDIA Sans Medium" panose="020B0603020203020204" pitchFamily="34" charset="0"/>
                          <a:ea typeface="+mn-ea"/>
                          <a:cs typeface="NVIDIA Sans Medium" panose="020B0603020203020204" pitchFamily="34" charset="0"/>
                        </a:rPr>
                        <a:t>Part 4: VSS and </a:t>
                      </a:r>
                      <a:r>
                        <a:rPr kumimoji="0" lang="en-US" sz="4000" b="0" i="0" u="none" strike="noStrike" kern="1200" cap="none" spc="0" normalizeH="0" baseline="0" noProof="0" dirty="0" err="1">
                          <a:ln>
                            <a:noFill/>
                          </a:ln>
                          <a:solidFill>
                            <a:schemeClr val="bg1"/>
                          </a:solidFill>
                          <a:effectLst/>
                          <a:uLnTx/>
                          <a:uFillTx/>
                          <a:latin typeface="NVIDIA Sans Medium" panose="020B0603020203020204" pitchFamily="34" charset="0"/>
                          <a:ea typeface="+mn-ea"/>
                          <a:cs typeface="NVIDIA Sans Medium" panose="020B0603020203020204" pitchFamily="34" charset="0"/>
                        </a:rPr>
                        <a:t>GraphRAG</a:t>
                      </a:r>
                      <a:endParaRPr kumimoji="0" lang="en-US" sz="4000" b="0" i="0" u="none" strike="noStrike" kern="1200" cap="none" spc="0" normalizeH="0" baseline="0" noProof="0" dirty="0">
                        <a:ln>
                          <a:noFill/>
                        </a:ln>
                        <a:solidFill>
                          <a:schemeClr val="bg1"/>
                        </a:solidFill>
                        <a:effectLst/>
                        <a:uLnTx/>
                        <a:uFillTx/>
                        <a:latin typeface="NVIDIA Sans Medium" panose="020B0603020203020204" pitchFamily="34" charset="0"/>
                        <a:ea typeface="+mn-ea"/>
                        <a:cs typeface="NVIDIA Sans Medium" panose="020B0603020203020204" pitchFamily="34" charset="0"/>
                      </a:endParaRP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6270836"/>
                  </a:ext>
                </a:extLst>
              </a:tr>
              <a:tr h="1796218">
                <a:tc>
                  <a:txBody>
                    <a:bodyPr/>
                    <a:lstStyle/>
                    <a:p>
                      <a:pPr marL="0" marR="0" lvl="0" indent="0" algn="l" defTabSz="2743200" rtl="0" eaLnBrk="1" fontAlgn="auto" latinLnBrk="0" hangingPunct="1">
                        <a:lnSpc>
                          <a:spcPct val="100000"/>
                        </a:lnSpc>
                        <a:spcBef>
                          <a:spcPts val="0"/>
                        </a:spcBef>
                        <a:spcAft>
                          <a:spcPts val="0"/>
                        </a:spcAft>
                        <a:buClrTx/>
                        <a:buSzTx/>
                        <a:buFontTx/>
                        <a:buNone/>
                        <a:tabLst/>
                        <a:defRPr/>
                      </a:pPr>
                      <a:r>
                        <a:rPr lang="en-US" sz="54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2743200" rtl="0" eaLnBrk="1" fontAlgn="auto" latinLnBrk="0" hangingPunct="1">
                        <a:lnSpc>
                          <a:spcPct val="100000"/>
                        </a:lnSpc>
                        <a:spcBef>
                          <a:spcPts val="0"/>
                        </a:spcBef>
                        <a:spcAft>
                          <a:spcPts val="0"/>
                        </a:spcAft>
                        <a:buClr>
                          <a:srgbClr val="B6A56F"/>
                        </a:buClr>
                        <a:buSzPct val="120000"/>
                        <a:buFontTx/>
                        <a:buNone/>
                        <a:tabLst/>
                        <a:defRPr/>
                      </a:pPr>
                      <a:r>
                        <a:rPr kumimoji="0" lang="en-US" sz="4000" b="0" i="0" u="none" strike="noStrike" kern="1200" cap="none" spc="0" normalizeH="0" baseline="0" noProof="0" dirty="0">
                          <a:ln>
                            <a:noFill/>
                          </a:ln>
                          <a:solidFill>
                            <a:schemeClr val="bg1"/>
                          </a:solidFill>
                          <a:effectLst/>
                          <a:uLnTx/>
                          <a:uFillTx/>
                          <a:latin typeface="NVIDIA Sans Medium" panose="020B0603020203020204" pitchFamily="34" charset="0"/>
                          <a:ea typeface="+mn-ea"/>
                          <a:cs typeface="NVIDIA Sans Medium" panose="020B0603020203020204" pitchFamily="34" charset="0"/>
                        </a:rPr>
                        <a:t>Part 5: Wrap-up &amp; Assessment</a:t>
                      </a: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0864478"/>
                  </a:ext>
                </a:extLst>
              </a:tr>
            </a:tbl>
          </a:graphicData>
        </a:graphic>
      </p:graphicFrame>
      <p:sp>
        <p:nvSpPr>
          <p:cNvPr id="6" name="TextBox 5">
            <a:extLst>
              <a:ext uri="{FF2B5EF4-FFF2-40B4-BE49-F238E27FC236}">
                <a16:creationId xmlns:a16="http://schemas.microsoft.com/office/drawing/2014/main" id="{F743F418-8875-D8F7-3CC1-B6DE2F73A307}"/>
              </a:ext>
            </a:extLst>
          </p:cNvPr>
          <p:cNvSpPr txBox="1"/>
          <p:nvPr/>
        </p:nvSpPr>
        <p:spPr>
          <a:xfrm>
            <a:off x="19524558" y="5114484"/>
            <a:ext cx="11248985" cy="1569660"/>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a:ln>
                  <a:noFill/>
                </a:ln>
                <a:solidFill>
                  <a:srgbClr val="76B900"/>
                </a:solidFill>
                <a:effectLst/>
                <a:uLnTx/>
                <a:uFillTx/>
                <a:latin typeface="NVIDIA Sans" panose="020B0503020203020204" pitchFamily="34" charset="0"/>
                <a:cs typeface="NVIDIA Sans" panose="020B0503020203020204" pitchFamily="34" charset="0"/>
              </a:rPr>
              <a:t>Agenda</a:t>
            </a:r>
          </a:p>
        </p:txBody>
      </p:sp>
      <p:sp>
        <p:nvSpPr>
          <p:cNvPr id="2" name="Rectangle 1">
            <a:extLst>
              <a:ext uri="{FF2B5EF4-FFF2-40B4-BE49-F238E27FC236}">
                <a16:creationId xmlns:a16="http://schemas.microsoft.com/office/drawing/2014/main" id="{B8E6121E-A96A-F527-8E76-FFB24307ED22}"/>
              </a:ext>
            </a:extLst>
          </p:cNvPr>
          <p:cNvSpPr/>
          <p:nvPr/>
        </p:nvSpPr>
        <p:spPr>
          <a:xfrm>
            <a:off x="18013680" y="7182249"/>
            <a:ext cx="17129760" cy="1569660"/>
          </a:xfrm>
          <a:prstGeom prst="rect">
            <a:avLst/>
          </a:prstGeom>
          <a:noFill/>
          <a:ln w="190500">
            <a:solidFill>
              <a:srgbClr val="76B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Trebuchet MS" panose="020B0603020202020204" pitchFamily="34" charset="0"/>
            </a:endParaRPr>
          </a:p>
        </p:txBody>
      </p:sp>
    </p:spTree>
    <p:extLst>
      <p:ext uri="{BB962C8B-B14F-4D97-AF65-F5344CB8AC3E}">
        <p14:creationId xmlns:p14="http://schemas.microsoft.com/office/powerpoint/2010/main" val="32757430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Placeholder 18" descr="School desk with books and pencils with chalkboard in background">
            <a:extLst>
              <a:ext uri="{FF2B5EF4-FFF2-40B4-BE49-F238E27FC236}">
                <a16:creationId xmlns:a16="http://schemas.microsoft.com/office/drawing/2014/main" id="{363A2E95-6943-0201-9340-42CB4984BDF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23395" r="23395"/>
          <a:stretch>
            <a:fillRect/>
          </a:stretch>
        </p:blipFill>
        <p:spPr/>
      </p:pic>
      <p:sp>
        <p:nvSpPr>
          <p:cNvPr id="7" name="Title 6">
            <a:extLst>
              <a:ext uri="{FF2B5EF4-FFF2-40B4-BE49-F238E27FC236}">
                <a16:creationId xmlns:a16="http://schemas.microsoft.com/office/drawing/2014/main" id="{D8DAB94A-5E86-4B64-9DAC-574AA2E4D2CA}"/>
              </a:ext>
            </a:extLst>
          </p:cNvPr>
          <p:cNvSpPr>
            <a:spLocks noGrp="1"/>
          </p:cNvSpPr>
          <p:nvPr>
            <p:ph type="title"/>
          </p:nvPr>
        </p:nvSpPr>
        <p:spPr/>
        <p:txBody>
          <a:bodyPr/>
          <a:lstStyle/>
          <a:p>
            <a:r>
              <a:rPr lang="en-US"/>
              <a:t>Prerequisites</a:t>
            </a:r>
          </a:p>
        </p:txBody>
      </p:sp>
      <p:sp>
        <p:nvSpPr>
          <p:cNvPr id="8" name="Content Placeholder 7">
            <a:extLst>
              <a:ext uri="{FF2B5EF4-FFF2-40B4-BE49-F238E27FC236}">
                <a16:creationId xmlns:a16="http://schemas.microsoft.com/office/drawing/2014/main" id="{76521783-70E6-4766-9381-092D4787E3FB}"/>
              </a:ext>
            </a:extLst>
          </p:cNvPr>
          <p:cNvSpPr>
            <a:spLocks noGrp="1"/>
          </p:cNvSpPr>
          <p:nvPr>
            <p:ph idx="1"/>
          </p:nvPr>
        </p:nvSpPr>
        <p:spPr/>
        <p:txBody>
          <a:bodyPr anchor="ctr"/>
          <a:lstStyle/>
          <a:p>
            <a:r>
              <a:rPr lang="en-US" dirty="0"/>
              <a:t>Basic familiarity with convolutional neural networks (CNNs)</a:t>
            </a:r>
          </a:p>
          <a:p>
            <a:r>
              <a:rPr lang="en-US" dirty="0"/>
              <a:t>Basic familiarity with a deep learning framework such as:</a:t>
            </a:r>
          </a:p>
          <a:p>
            <a:pPr lvl="1"/>
            <a:r>
              <a:rPr lang="en-US" dirty="0" err="1"/>
              <a:t>PyTorch</a:t>
            </a:r>
            <a:endParaRPr lang="en-US" dirty="0"/>
          </a:p>
          <a:p>
            <a:pPr lvl="1"/>
            <a:r>
              <a:rPr lang="en-US" dirty="0"/>
              <a:t>TensorFlow</a:t>
            </a:r>
          </a:p>
        </p:txBody>
      </p:sp>
      <p:sp>
        <p:nvSpPr>
          <p:cNvPr id="4" name="Text Placeholder 3">
            <a:extLst>
              <a:ext uri="{FF2B5EF4-FFF2-40B4-BE49-F238E27FC236}">
                <a16:creationId xmlns:a16="http://schemas.microsoft.com/office/drawing/2014/main" id="{54829AD6-5945-15D1-5EA2-BE9FB309AB94}"/>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9767398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CAE76B-19B2-46FF-A08B-3014226D9367}"/>
              </a:ext>
            </a:extLst>
          </p:cNvPr>
          <p:cNvSpPr>
            <a:spLocks noGrp="1"/>
          </p:cNvSpPr>
          <p:nvPr>
            <p:ph type="body" sz="quarter" idx="13"/>
          </p:nvPr>
        </p:nvSpPr>
        <p:spPr>
          <a:xfrm>
            <a:off x="1473200" y="1865313"/>
            <a:ext cx="18476913" cy="5943600"/>
          </a:xfrm>
        </p:spPr>
        <p:txBody>
          <a:bodyPr/>
          <a:lstStyle/>
          <a:p>
            <a:r>
              <a:rPr lang="en-US" dirty="0"/>
              <a:t>Multimodality</a:t>
            </a:r>
          </a:p>
        </p:txBody>
      </p:sp>
    </p:spTree>
    <p:extLst>
      <p:ext uri="{BB962C8B-B14F-4D97-AF65-F5344CB8AC3E}">
        <p14:creationId xmlns:p14="http://schemas.microsoft.com/office/powerpoint/2010/main" val="31061008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41809-6C6F-6D9E-8BE2-01E7CB61C91C}"/>
              </a:ext>
            </a:extLst>
          </p:cNvPr>
          <p:cNvSpPr>
            <a:spLocks noGrp="1"/>
          </p:cNvSpPr>
          <p:nvPr>
            <p:ph type="title"/>
          </p:nvPr>
        </p:nvSpPr>
        <p:spPr/>
        <p:txBody>
          <a:bodyPr/>
          <a:lstStyle/>
          <a:p>
            <a:r>
              <a:rPr lang="en-US" dirty="0"/>
              <a:t>The Five Senses</a:t>
            </a:r>
          </a:p>
        </p:txBody>
      </p:sp>
      <p:sp>
        <p:nvSpPr>
          <p:cNvPr id="3" name="Text Placeholder 2">
            <a:extLst>
              <a:ext uri="{FF2B5EF4-FFF2-40B4-BE49-F238E27FC236}">
                <a16:creationId xmlns:a16="http://schemas.microsoft.com/office/drawing/2014/main" id="{5D88716D-98EA-659F-4ACA-DABC0EBC2631}"/>
              </a:ext>
            </a:extLst>
          </p:cNvPr>
          <p:cNvSpPr>
            <a:spLocks noGrp="1"/>
          </p:cNvSpPr>
          <p:nvPr>
            <p:ph type="body" sz="quarter" idx="10"/>
          </p:nvPr>
        </p:nvSpPr>
        <p:spPr/>
        <p:txBody>
          <a:bodyPr/>
          <a:lstStyle/>
          <a:p>
            <a:r>
              <a:rPr lang="en-US" dirty="0"/>
              <a:t>How Humans Perceive</a:t>
            </a:r>
          </a:p>
        </p:txBody>
      </p:sp>
      <p:graphicFrame>
        <p:nvGraphicFramePr>
          <p:cNvPr id="8" name="Diagram 7">
            <a:extLst>
              <a:ext uri="{FF2B5EF4-FFF2-40B4-BE49-F238E27FC236}">
                <a16:creationId xmlns:a16="http://schemas.microsoft.com/office/drawing/2014/main" id="{6BCA99C4-FCF1-B948-0E4E-3EBCA47772D1}"/>
              </a:ext>
            </a:extLst>
          </p:cNvPr>
          <p:cNvGraphicFramePr/>
          <p:nvPr>
            <p:extLst>
              <p:ext uri="{D42A27DB-BD31-4B8C-83A1-F6EECF244321}">
                <p14:modId xmlns:p14="http://schemas.microsoft.com/office/powerpoint/2010/main" val="554568719"/>
              </p:ext>
            </p:extLst>
          </p:nvPr>
        </p:nvGraphicFramePr>
        <p:xfrm>
          <a:off x="6096000" y="3895344"/>
          <a:ext cx="24384000" cy="145196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 name="Graphic 9" descr="Brain with solid fill">
            <a:extLst>
              <a:ext uri="{FF2B5EF4-FFF2-40B4-BE49-F238E27FC236}">
                <a16:creationId xmlns:a16="http://schemas.microsoft.com/office/drawing/2014/main" id="{47943177-7CBC-2F42-AD9D-98B9BD8EBA5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6720457" y="9339943"/>
            <a:ext cx="3135086" cy="3135086"/>
          </a:xfrm>
          <a:prstGeom prst="rect">
            <a:avLst/>
          </a:prstGeom>
        </p:spPr>
      </p:pic>
      <p:sp>
        <p:nvSpPr>
          <p:cNvPr id="13" name="TextBox 12">
            <a:extLst>
              <a:ext uri="{FF2B5EF4-FFF2-40B4-BE49-F238E27FC236}">
                <a16:creationId xmlns:a16="http://schemas.microsoft.com/office/drawing/2014/main" id="{7BB496EC-128E-BB57-1ECB-1E04B6832DC9}"/>
              </a:ext>
            </a:extLst>
          </p:cNvPr>
          <p:cNvSpPr txBox="1"/>
          <p:nvPr/>
        </p:nvSpPr>
        <p:spPr>
          <a:xfrm>
            <a:off x="16957283" y="12475029"/>
            <a:ext cx="2661434" cy="1323439"/>
          </a:xfrm>
          <a:prstGeom prst="rect">
            <a:avLst/>
          </a:prstGeom>
          <a:noFill/>
        </p:spPr>
        <p:txBody>
          <a:bodyPr wrap="none" rtlCol="0">
            <a:spAutoFit/>
          </a:bodyPr>
          <a:lstStyle/>
          <a:p>
            <a:pPr algn="ctr"/>
            <a:r>
              <a:rPr lang="en-US" sz="8000" dirty="0">
                <a:latin typeface="NVIDIA Sans" panose="020B0503020203020204" pitchFamily="34" charset="0"/>
                <a:cs typeface="NVIDIA Sans" panose="020B0503020203020204" pitchFamily="34" charset="0"/>
              </a:rPr>
              <a:t>Brain</a:t>
            </a:r>
          </a:p>
        </p:txBody>
      </p:sp>
      <p:pic>
        <p:nvPicPr>
          <p:cNvPr id="17" name="Graphic 16" descr="Nose with solid fill">
            <a:extLst>
              <a:ext uri="{FF2B5EF4-FFF2-40B4-BE49-F238E27FC236}">
                <a16:creationId xmlns:a16="http://schemas.microsoft.com/office/drawing/2014/main" id="{BEDE8E9C-8B1D-00F2-25EE-F3AE611B8DB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3000184" y="8174227"/>
            <a:ext cx="1787917" cy="1787917"/>
          </a:xfrm>
          <a:prstGeom prst="rect">
            <a:avLst/>
          </a:prstGeom>
        </p:spPr>
      </p:pic>
      <p:pic>
        <p:nvPicPr>
          <p:cNvPr id="19" name="Graphic 18" descr="Tongue with solid fill">
            <a:extLst>
              <a:ext uri="{FF2B5EF4-FFF2-40B4-BE49-F238E27FC236}">
                <a16:creationId xmlns:a16="http://schemas.microsoft.com/office/drawing/2014/main" id="{2BFE4A5D-FBF9-D776-8F9C-C829D4D03D9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862597" y="14663056"/>
            <a:ext cx="1787917" cy="1787917"/>
          </a:xfrm>
          <a:prstGeom prst="rect">
            <a:avLst/>
          </a:prstGeom>
        </p:spPr>
      </p:pic>
      <p:pic>
        <p:nvPicPr>
          <p:cNvPr id="23" name="Graphic 22" descr="Ear with solid fill">
            <a:extLst>
              <a:ext uri="{FF2B5EF4-FFF2-40B4-BE49-F238E27FC236}">
                <a16:creationId xmlns:a16="http://schemas.microsoft.com/office/drawing/2014/main" id="{CAF54089-AE20-BC77-253C-46A765D69D13}"/>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4043900" y="14663056"/>
            <a:ext cx="1787917" cy="1787917"/>
          </a:xfrm>
          <a:prstGeom prst="rect">
            <a:avLst/>
          </a:prstGeom>
        </p:spPr>
      </p:pic>
      <p:pic>
        <p:nvPicPr>
          <p:cNvPr id="5" name="Graphic 4" descr="Handshake with solid fill">
            <a:extLst>
              <a:ext uri="{FF2B5EF4-FFF2-40B4-BE49-F238E27FC236}">
                <a16:creationId xmlns:a16="http://schemas.microsoft.com/office/drawing/2014/main" id="{2E13390D-2352-351C-50A1-1FF7EC8FD0E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1866217" y="8174226"/>
            <a:ext cx="1787917" cy="1787917"/>
          </a:xfrm>
          <a:prstGeom prst="rect">
            <a:avLst/>
          </a:prstGeom>
        </p:spPr>
      </p:pic>
      <p:pic>
        <p:nvPicPr>
          <p:cNvPr id="15" name="Graphic 14" descr="Eye with solid fill">
            <a:extLst>
              <a:ext uri="{FF2B5EF4-FFF2-40B4-BE49-F238E27FC236}">
                <a16:creationId xmlns:a16="http://schemas.microsoft.com/office/drawing/2014/main" id="{AE729893-43C6-9C5B-4C13-ABDF44EE3B3E}"/>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7394041" y="4183453"/>
            <a:ext cx="1787917" cy="1787917"/>
          </a:xfrm>
          <a:prstGeom prst="rect">
            <a:avLst/>
          </a:prstGeom>
        </p:spPr>
      </p:pic>
    </p:spTree>
    <p:extLst>
      <p:ext uri="{BB962C8B-B14F-4D97-AF65-F5344CB8AC3E}">
        <p14:creationId xmlns:p14="http://schemas.microsoft.com/office/powerpoint/2010/main" val="37284423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41809-6C6F-6D9E-8BE2-01E7CB61C91C}"/>
              </a:ext>
            </a:extLst>
          </p:cNvPr>
          <p:cNvSpPr>
            <a:spLocks noGrp="1"/>
          </p:cNvSpPr>
          <p:nvPr>
            <p:ph type="title"/>
          </p:nvPr>
        </p:nvSpPr>
        <p:spPr/>
        <p:txBody>
          <a:bodyPr/>
          <a:lstStyle/>
          <a:p>
            <a:r>
              <a:rPr lang="en-US" dirty="0"/>
              <a:t>Sight</a:t>
            </a:r>
          </a:p>
        </p:txBody>
      </p:sp>
      <p:sp>
        <p:nvSpPr>
          <p:cNvPr id="3" name="Text Placeholder 2">
            <a:extLst>
              <a:ext uri="{FF2B5EF4-FFF2-40B4-BE49-F238E27FC236}">
                <a16:creationId xmlns:a16="http://schemas.microsoft.com/office/drawing/2014/main" id="{5D88716D-98EA-659F-4ACA-DABC0EBC2631}"/>
              </a:ext>
            </a:extLst>
          </p:cNvPr>
          <p:cNvSpPr>
            <a:spLocks noGrp="1"/>
          </p:cNvSpPr>
          <p:nvPr>
            <p:ph type="body" sz="quarter" idx="10"/>
          </p:nvPr>
        </p:nvSpPr>
        <p:spPr/>
        <p:txBody>
          <a:bodyPr/>
          <a:lstStyle/>
          <a:p>
            <a:r>
              <a:rPr lang="en-US" dirty="0"/>
              <a:t>How A Computer Might See</a:t>
            </a:r>
          </a:p>
        </p:txBody>
      </p:sp>
      <p:grpSp>
        <p:nvGrpSpPr>
          <p:cNvPr id="29" name="Group 28">
            <a:extLst>
              <a:ext uri="{FF2B5EF4-FFF2-40B4-BE49-F238E27FC236}">
                <a16:creationId xmlns:a16="http://schemas.microsoft.com/office/drawing/2014/main" id="{5393ACC9-DB6F-D87D-D6E6-88D64A3BBB8F}"/>
              </a:ext>
            </a:extLst>
          </p:cNvPr>
          <p:cNvGrpSpPr/>
          <p:nvPr/>
        </p:nvGrpSpPr>
        <p:grpSpPr>
          <a:xfrm>
            <a:off x="846459" y="6880430"/>
            <a:ext cx="11622645" cy="7688873"/>
            <a:chOff x="1939025" y="5341999"/>
            <a:chExt cx="8205156" cy="5369115"/>
          </a:xfrm>
        </p:grpSpPr>
        <p:pic>
          <p:nvPicPr>
            <p:cNvPr id="6" name="Picture 5">
              <a:extLst>
                <a:ext uri="{FF2B5EF4-FFF2-40B4-BE49-F238E27FC236}">
                  <a16:creationId xmlns:a16="http://schemas.microsoft.com/office/drawing/2014/main" id="{3CDBCED1-7B36-4692-6BC9-FF1E49C4C57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39025" y="5341999"/>
              <a:ext cx="8131629" cy="4547508"/>
            </a:xfrm>
            <a:prstGeom prst="rect">
              <a:avLst/>
            </a:prstGeom>
          </p:spPr>
        </p:pic>
        <p:sp>
          <p:nvSpPr>
            <p:cNvPr id="18" name="TextBox 10">
              <a:extLst>
                <a:ext uri="{FF2B5EF4-FFF2-40B4-BE49-F238E27FC236}">
                  <a16:creationId xmlns:a16="http://schemas.microsoft.com/office/drawing/2014/main" id="{CA559864-9E0B-2935-5D7E-EC7A6D122A0F}"/>
                </a:ext>
              </a:extLst>
            </p:cNvPr>
            <p:cNvSpPr txBox="1"/>
            <p:nvPr/>
          </p:nvSpPr>
          <p:spPr>
            <a:xfrm>
              <a:off x="1987910" y="10003356"/>
              <a:ext cx="8156271" cy="70775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999" b="1">
                  <a:solidFill>
                    <a:schemeClr val="bg1"/>
                  </a:solidFill>
                  <a:latin typeface="NVIDIA Sans" panose="020B0503020203020204" pitchFamily="34" charset="0"/>
                  <a:cs typeface="NVIDIA Sans" panose="020B0503020203020204" pitchFamily="34" charset="0"/>
                </a:rPr>
                <a:t>RGB</a:t>
              </a:r>
              <a:endParaRPr lang="en-US" b="1">
                <a:solidFill>
                  <a:schemeClr val="bg1"/>
                </a:solidFill>
                <a:latin typeface="NVIDIA Sans" panose="020B0503020203020204" pitchFamily="34" charset="0"/>
                <a:cs typeface="NVIDIA Sans" panose="020B0503020203020204" pitchFamily="34" charset="0"/>
              </a:endParaRPr>
            </a:p>
          </p:txBody>
        </p:sp>
      </p:grpSp>
      <p:grpSp>
        <p:nvGrpSpPr>
          <p:cNvPr id="8" name="Group 7">
            <a:extLst>
              <a:ext uri="{FF2B5EF4-FFF2-40B4-BE49-F238E27FC236}">
                <a16:creationId xmlns:a16="http://schemas.microsoft.com/office/drawing/2014/main" id="{9F327266-42D2-163F-9433-228F6B0C992E}"/>
              </a:ext>
            </a:extLst>
          </p:cNvPr>
          <p:cNvGrpSpPr/>
          <p:nvPr/>
        </p:nvGrpSpPr>
        <p:grpSpPr>
          <a:xfrm>
            <a:off x="24240212" y="6859632"/>
            <a:ext cx="11685398" cy="8251001"/>
            <a:chOff x="23742155" y="10287000"/>
            <a:chExt cx="8249457" cy="5761647"/>
          </a:xfrm>
        </p:grpSpPr>
        <p:pic>
          <p:nvPicPr>
            <p:cNvPr id="23" name="Graphic 22" descr="Ear with solid fill">
              <a:extLst>
                <a:ext uri="{FF2B5EF4-FFF2-40B4-BE49-F238E27FC236}">
                  <a16:creationId xmlns:a16="http://schemas.microsoft.com/office/drawing/2014/main" id="{CAF54089-AE20-BC77-253C-46A765D69D1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663647" y="13726788"/>
              <a:ext cx="1787917" cy="1787917"/>
            </a:xfrm>
            <a:prstGeom prst="rect">
              <a:avLst/>
            </a:prstGeom>
          </p:spPr>
        </p:pic>
        <p:pic>
          <p:nvPicPr>
            <p:cNvPr id="12" name="Picture 11" descr="A picture containing guitar&#10;&#10;Description automatically generated">
              <a:extLst>
                <a:ext uri="{FF2B5EF4-FFF2-40B4-BE49-F238E27FC236}">
                  <a16:creationId xmlns:a16="http://schemas.microsoft.com/office/drawing/2014/main" id="{3EBA8F41-A2A7-9E2B-053D-DFFE35A7B89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23863613" y="10287000"/>
              <a:ext cx="8127999" cy="4591050"/>
            </a:xfrm>
            <a:prstGeom prst="rect">
              <a:avLst/>
            </a:prstGeom>
          </p:spPr>
        </p:pic>
        <p:sp>
          <p:nvSpPr>
            <p:cNvPr id="21" name="TextBox 12">
              <a:extLst>
                <a:ext uri="{FF2B5EF4-FFF2-40B4-BE49-F238E27FC236}">
                  <a16:creationId xmlns:a16="http://schemas.microsoft.com/office/drawing/2014/main" id="{95AEB69E-BE57-E57F-4B9E-79E3FD2766CC}"/>
                </a:ext>
              </a:extLst>
            </p:cNvPr>
            <p:cNvSpPr txBox="1"/>
            <p:nvPr/>
          </p:nvSpPr>
          <p:spPr>
            <a:xfrm>
              <a:off x="23742155" y="15340889"/>
              <a:ext cx="8079630" cy="70775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999" b="1">
                  <a:solidFill>
                    <a:schemeClr val="bg1"/>
                  </a:solidFill>
                  <a:latin typeface="NVIDIA Sans" panose="020B0503020203020204" pitchFamily="34" charset="0"/>
                  <a:cs typeface="NVIDIA Sans" panose="020B0503020203020204" pitchFamily="34" charset="0"/>
                </a:rPr>
                <a:t>Fisheye </a:t>
              </a:r>
              <a:endParaRPr lang="en-US" b="1">
                <a:solidFill>
                  <a:schemeClr val="bg1"/>
                </a:solidFill>
                <a:latin typeface="NVIDIA Sans" panose="020B0503020203020204" pitchFamily="34" charset="0"/>
                <a:cs typeface="NVIDIA Sans" panose="020B0503020203020204" pitchFamily="34" charset="0"/>
              </a:endParaRPr>
            </a:p>
          </p:txBody>
        </p:sp>
      </p:grpSp>
      <p:grpSp>
        <p:nvGrpSpPr>
          <p:cNvPr id="28" name="Group 27">
            <a:extLst>
              <a:ext uri="{FF2B5EF4-FFF2-40B4-BE49-F238E27FC236}">
                <a16:creationId xmlns:a16="http://schemas.microsoft.com/office/drawing/2014/main" id="{4199871B-3918-0D71-0363-A59384E0445D}"/>
              </a:ext>
            </a:extLst>
          </p:cNvPr>
          <p:cNvGrpSpPr/>
          <p:nvPr/>
        </p:nvGrpSpPr>
        <p:grpSpPr>
          <a:xfrm>
            <a:off x="12637016" y="6859632"/>
            <a:ext cx="11518496" cy="7709671"/>
            <a:chOff x="10144182" y="5327476"/>
            <a:chExt cx="8131631" cy="5383638"/>
          </a:xfrm>
        </p:grpSpPr>
        <p:pic>
          <p:nvPicPr>
            <p:cNvPr id="5" name="Graphic 4" descr="Handshake with solid fill">
              <a:extLst>
                <a:ext uri="{FF2B5EF4-FFF2-40B4-BE49-F238E27FC236}">
                  <a16:creationId xmlns:a16="http://schemas.microsoft.com/office/drawing/2014/main" id="{2E13390D-2352-351C-50A1-1FF7EC8FD0E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866217" y="8174226"/>
              <a:ext cx="1787917" cy="1787917"/>
            </a:xfrm>
            <a:prstGeom prst="rect">
              <a:avLst/>
            </a:prstGeom>
          </p:spPr>
        </p:pic>
        <p:pic>
          <p:nvPicPr>
            <p:cNvPr id="9" name="Picture 8" descr="A picture containing ski tow, transport&#10;&#10;Description automatically generated">
              <a:extLst>
                <a:ext uri="{FF2B5EF4-FFF2-40B4-BE49-F238E27FC236}">
                  <a16:creationId xmlns:a16="http://schemas.microsoft.com/office/drawing/2014/main" id="{17E95E10-77AC-CAEC-A94C-39D1FBF57421}"/>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0144184" y="5327476"/>
              <a:ext cx="8131629" cy="4547508"/>
            </a:xfrm>
            <a:prstGeom prst="rect">
              <a:avLst/>
            </a:prstGeom>
          </p:spPr>
        </p:pic>
        <p:sp>
          <p:nvSpPr>
            <p:cNvPr id="25" name="TextBox 15">
              <a:extLst>
                <a:ext uri="{FF2B5EF4-FFF2-40B4-BE49-F238E27FC236}">
                  <a16:creationId xmlns:a16="http://schemas.microsoft.com/office/drawing/2014/main" id="{ADA82AD1-2382-9C95-DA3D-F99699A77408}"/>
                </a:ext>
              </a:extLst>
            </p:cNvPr>
            <p:cNvSpPr txBox="1"/>
            <p:nvPr/>
          </p:nvSpPr>
          <p:spPr>
            <a:xfrm>
              <a:off x="10144182" y="10003356"/>
              <a:ext cx="8079630" cy="70775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999" b="1">
                  <a:solidFill>
                    <a:schemeClr val="bg1"/>
                  </a:solidFill>
                  <a:latin typeface="NVIDIA Sans" panose="020B0503020203020204" pitchFamily="34" charset="0"/>
                  <a:cs typeface="NVIDIA Sans" panose="020B0503020203020204" pitchFamily="34" charset="0"/>
                </a:rPr>
                <a:t>Depth</a:t>
              </a:r>
              <a:endParaRPr lang="en-US" b="1">
                <a:solidFill>
                  <a:schemeClr val="bg1"/>
                </a:solidFill>
                <a:latin typeface="NVIDIA Sans" panose="020B0503020203020204" pitchFamily="34" charset="0"/>
                <a:cs typeface="NVIDIA Sans" panose="020B0503020203020204" pitchFamily="34" charset="0"/>
              </a:endParaRPr>
            </a:p>
          </p:txBody>
        </p:sp>
      </p:grpSp>
    </p:spTree>
    <p:extLst>
      <p:ext uri="{BB962C8B-B14F-4D97-AF65-F5344CB8AC3E}">
        <p14:creationId xmlns:p14="http://schemas.microsoft.com/office/powerpoint/2010/main" val="14904636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41809-6C6F-6D9E-8BE2-01E7CB61C91C}"/>
              </a:ext>
            </a:extLst>
          </p:cNvPr>
          <p:cNvSpPr>
            <a:spLocks noGrp="1"/>
          </p:cNvSpPr>
          <p:nvPr>
            <p:ph type="title"/>
          </p:nvPr>
        </p:nvSpPr>
        <p:spPr/>
        <p:txBody>
          <a:bodyPr/>
          <a:lstStyle/>
          <a:p>
            <a:r>
              <a:rPr lang="en-US" dirty="0"/>
              <a:t>Smell and Taste</a:t>
            </a:r>
          </a:p>
        </p:txBody>
      </p:sp>
      <p:sp>
        <p:nvSpPr>
          <p:cNvPr id="3" name="Text Placeholder 2">
            <a:extLst>
              <a:ext uri="{FF2B5EF4-FFF2-40B4-BE49-F238E27FC236}">
                <a16:creationId xmlns:a16="http://schemas.microsoft.com/office/drawing/2014/main" id="{5D88716D-98EA-659F-4ACA-DABC0EBC2631}"/>
              </a:ext>
            </a:extLst>
          </p:cNvPr>
          <p:cNvSpPr>
            <a:spLocks noGrp="1"/>
          </p:cNvSpPr>
          <p:nvPr>
            <p:ph type="body" sz="quarter" idx="10"/>
          </p:nvPr>
        </p:nvSpPr>
        <p:spPr/>
        <p:txBody>
          <a:bodyPr/>
          <a:lstStyle/>
          <a:p>
            <a:r>
              <a:rPr lang="en-US" dirty="0"/>
              <a:t>How A Computer Might Smell and Taste</a:t>
            </a:r>
          </a:p>
        </p:txBody>
      </p:sp>
      <p:sp>
        <p:nvSpPr>
          <p:cNvPr id="28" name="Rectangle 27">
            <a:extLst>
              <a:ext uri="{FF2B5EF4-FFF2-40B4-BE49-F238E27FC236}">
                <a16:creationId xmlns:a16="http://schemas.microsoft.com/office/drawing/2014/main" id="{08E8D94F-B6E5-B3EB-7018-9E4C8A917D96}"/>
              </a:ext>
            </a:extLst>
          </p:cNvPr>
          <p:cNvSpPr/>
          <p:nvPr/>
        </p:nvSpPr>
        <p:spPr>
          <a:xfrm>
            <a:off x="4245428" y="5819567"/>
            <a:ext cx="3984171" cy="2306874"/>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8000" dirty="0">
                <a:solidFill>
                  <a:schemeClr val="tx1"/>
                </a:solidFill>
                <a:latin typeface="Trebuchet MS" panose="020B0603020202020204" pitchFamily="34" charset="0"/>
              </a:rPr>
              <a:t>9</a:t>
            </a:r>
          </a:p>
        </p:txBody>
      </p:sp>
      <p:sp>
        <p:nvSpPr>
          <p:cNvPr id="29" name="Rectangle 28">
            <a:extLst>
              <a:ext uri="{FF2B5EF4-FFF2-40B4-BE49-F238E27FC236}">
                <a16:creationId xmlns:a16="http://schemas.microsoft.com/office/drawing/2014/main" id="{CE70BAC6-4E42-6693-7573-EB16998741E2}"/>
              </a:ext>
            </a:extLst>
          </p:cNvPr>
          <p:cNvSpPr/>
          <p:nvPr/>
        </p:nvSpPr>
        <p:spPr>
          <a:xfrm>
            <a:off x="4245429" y="8389305"/>
            <a:ext cx="3984171" cy="230687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8000" dirty="0">
                <a:solidFill>
                  <a:schemeClr val="tx1"/>
                </a:solidFill>
                <a:latin typeface="Trebuchet MS" panose="020B0603020202020204" pitchFamily="34" charset="0"/>
              </a:rPr>
              <a:t>8</a:t>
            </a:r>
          </a:p>
        </p:txBody>
      </p:sp>
      <p:sp>
        <p:nvSpPr>
          <p:cNvPr id="30" name="Rectangle 29">
            <a:extLst>
              <a:ext uri="{FF2B5EF4-FFF2-40B4-BE49-F238E27FC236}">
                <a16:creationId xmlns:a16="http://schemas.microsoft.com/office/drawing/2014/main" id="{16298D83-BD92-3FFF-6FEE-97DB264E5DD2}"/>
              </a:ext>
            </a:extLst>
          </p:cNvPr>
          <p:cNvSpPr/>
          <p:nvPr/>
        </p:nvSpPr>
        <p:spPr>
          <a:xfrm>
            <a:off x="4245429" y="10959043"/>
            <a:ext cx="3984171" cy="230687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8000" dirty="0">
                <a:solidFill>
                  <a:schemeClr val="tx1"/>
                </a:solidFill>
                <a:latin typeface="Trebuchet MS" panose="020B0603020202020204" pitchFamily="34" charset="0"/>
              </a:rPr>
              <a:t>7</a:t>
            </a:r>
          </a:p>
        </p:txBody>
      </p:sp>
      <p:sp>
        <p:nvSpPr>
          <p:cNvPr id="31" name="Rectangle 30">
            <a:extLst>
              <a:ext uri="{FF2B5EF4-FFF2-40B4-BE49-F238E27FC236}">
                <a16:creationId xmlns:a16="http://schemas.microsoft.com/office/drawing/2014/main" id="{C330CAED-A8F8-71EE-CF2B-B8494F512FCA}"/>
              </a:ext>
            </a:extLst>
          </p:cNvPr>
          <p:cNvSpPr/>
          <p:nvPr/>
        </p:nvSpPr>
        <p:spPr>
          <a:xfrm>
            <a:off x="4245429" y="13528781"/>
            <a:ext cx="3984171" cy="230687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8000" dirty="0">
                <a:solidFill>
                  <a:schemeClr val="tx1"/>
                </a:solidFill>
                <a:latin typeface="Trebuchet MS" panose="020B0603020202020204" pitchFamily="34" charset="0"/>
              </a:rPr>
              <a:t>6</a:t>
            </a:r>
          </a:p>
        </p:txBody>
      </p:sp>
      <p:sp>
        <p:nvSpPr>
          <p:cNvPr id="32" name="Rectangle 31">
            <a:extLst>
              <a:ext uri="{FF2B5EF4-FFF2-40B4-BE49-F238E27FC236}">
                <a16:creationId xmlns:a16="http://schemas.microsoft.com/office/drawing/2014/main" id="{E9CD7830-236F-7D36-3DF0-DF7A6AD5FB84}"/>
              </a:ext>
            </a:extLst>
          </p:cNvPr>
          <p:cNvSpPr/>
          <p:nvPr/>
        </p:nvSpPr>
        <p:spPr>
          <a:xfrm>
            <a:off x="4245429" y="16098517"/>
            <a:ext cx="3984171" cy="230687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8000" dirty="0">
                <a:solidFill>
                  <a:schemeClr val="tx1"/>
                </a:solidFill>
                <a:latin typeface="Trebuchet MS" panose="020B0603020202020204" pitchFamily="34" charset="0"/>
              </a:rPr>
              <a:t>5</a:t>
            </a:r>
          </a:p>
        </p:txBody>
      </p:sp>
      <p:pic>
        <p:nvPicPr>
          <p:cNvPr id="34" name="Picture 33" descr="Glass of water with bubbles">
            <a:extLst>
              <a:ext uri="{FF2B5EF4-FFF2-40B4-BE49-F238E27FC236}">
                <a16:creationId xmlns:a16="http://schemas.microsoft.com/office/drawing/2014/main" id="{A7743489-79ED-A937-A313-0DB33FFDCD12}"/>
              </a:ext>
            </a:extLst>
          </p:cNvPr>
          <p:cNvPicPr>
            <a:picLocks noChangeAspect="1"/>
          </p:cNvPicPr>
          <p:nvPr/>
        </p:nvPicPr>
        <p:blipFill rotWithShape="1">
          <a:blip r:embed="rId3">
            <a:extLst>
              <a:ext uri="{28A0092B-C50C-407E-A947-70E740481C1C}">
                <a14:useLocalDpi xmlns:a14="http://schemas.microsoft.com/office/drawing/2010/main" val="0"/>
              </a:ext>
            </a:extLst>
          </a:blip>
          <a:srcRect t="21528" b="41966"/>
          <a:stretch/>
        </p:blipFill>
        <p:spPr>
          <a:xfrm>
            <a:off x="8523511" y="10959042"/>
            <a:ext cx="4212771" cy="2306875"/>
          </a:xfrm>
          <a:prstGeom prst="rect">
            <a:avLst/>
          </a:prstGeom>
          <a:ln>
            <a:solidFill>
              <a:schemeClr val="bg1"/>
            </a:solidFill>
          </a:ln>
        </p:spPr>
      </p:pic>
      <p:pic>
        <p:nvPicPr>
          <p:cNvPr id="38" name="Picture 37" descr="Kiwi Slices">
            <a:extLst>
              <a:ext uri="{FF2B5EF4-FFF2-40B4-BE49-F238E27FC236}">
                <a16:creationId xmlns:a16="http://schemas.microsoft.com/office/drawing/2014/main" id="{670AB155-BE16-44CD-B6B3-830C1C02F352}"/>
              </a:ext>
            </a:extLst>
          </p:cNvPr>
          <p:cNvPicPr>
            <a:picLocks noChangeAspect="1"/>
          </p:cNvPicPr>
          <p:nvPr/>
        </p:nvPicPr>
        <p:blipFill rotWithShape="1">
          <a:blip r:embed="rId4">
            <a:extLst>
              <a:ext uri="{28A0092B-C50C-407E-A947-70E740481C1C}">
                <a14:useLocalDpi xmlns:a14="http://schemas.microsoft.com/office/drawing/2010/main" val="0"/>
              </a:ext>
            </a:extLst>
          </a:blip>
          <a:srcRect t="17841" b="1"/>
          <a:stretch/>
        </p:blipFill>
        <p:spPr>
          <a:xfrm>
            <a:off x="8523511" y="5819567"/>
            <a:ext cx="4212771" cy="2306876"/>
          </a:xfrm>
          <a:prstGeom prst="rect">
            <a:avLst/>
          </a:prstGeom>
          <a:ln>
            <a:solidFill>
              <a:schemeClr val="bg1"/>
            </a:solidFill>
          </a:ln>
        </p:spPr>
      </p:pic>
      <p:pic>
        <p:nvPicPr>
          <p:cNvPr id="40" name="Picture 39" descr="Bananas">
            <a:extLst>
              <a:ext uri="{FF2B5EF4-FFF2-40B4-BE49-F238E27FC236}">
                <a16:creationId xmlns:a16="http://schemas.microsoft.com/office/drawing/2014/main" id="{2953E2E3-07DB-4D7B-F1A9-9F74065E38D2}"/>
              </a:ext>
            </a:extLst>
          </p:cNvPr>
          <p:cNvPicPr>
            <a:picLocks noChangeAspect="1"/>
          </p:cNvPicPr>
          <p:nvPr/>
        </p:nvPicPr>
        <p:blipFill rotWithShape="1">
          <a:blip r:embed="rId5">
            <a:extLst>
              <a:ext uri="{28A0092B-C50C-407E-A947-70E740481C1C}">
                <a14:useLocalDpi xmlns:a14="http://schemas.microsoft.com/office/drawing/2010/main" val="0"/>
              </a:ext>
            </a:extLst>
          </a:blip>
          <a:srcRect t="17842"/>
          <a:stretch/>
        </p:blipFill>
        <p:spPr>
          <a:xfrm>
            <a:off x="8523511" y="8389303"/>
            <a:ext cx="4212771" cy="2306876"/>
          </a:xfrm>
          <a:prstGeom prst="rect">
            <a:avLst/>
          </a:prstGeom>
          <a:ln>
            <a:solidFill>
              <a:schemeClr val="bg1"/>
            </a:solidFill>
          </a:ln>
        </p:spPr>
      </p:pic>
      <p:pic>
        <p:nvPicPr>
          <p:cNvPr id="44" name="Picture 43" descr="White eggs in white bowl">
            <a:extLst>
              <a:ext uri="{FF2B5EF4-FFF2-40B4-BE49-F238E27FC236}">
                <a16:creationId xmlns:a16="http://schemas.microsoft.com/office/drawing/2014/main" id="{E513A1AC-853C-52CD-AB10-ED64B82D3D7D}"/>
              </a:ext>
            </a:extLst>
          </p:cNvPr>
          <p:cNvPicPr>
            <a:picLocks noChangeAspect="1"/>
          </p:cNvPicPr>
          <p:nvPr/>
        </p:nvPicPr>
        <p:blipFill rotWithShape="1">
          <a:blip r:embed="rId6">
            <a:extLst>
              <a:ext uri="{28A0092B-C50C-407E-A947-70E740481C1C}">
                <a14:useLocalDpi xmlns:a14="http://schemas.microsoft.com/office/drawing/2010/main" val="0"/>
              </a:ext>
            </a:extLst>
          </a:blip>
          <a:srcRect t="8789" b="9181"/>
          <a:stretch/>
        </p:blipFill>
        <p:spPr>
          <a:xfrm>
            <a:off x="8523511" y="13528780"/>
            <a:ext cx="4212771" cy="2306876"/>
          </a:xfrm>
          <a:prstGeom prst="rect">
            <a:avLst/>
          </a:prstGeom>
          <a:ln>
            <a:solidFill>
              <a:schemeClr val="bg1"/>
            </a:solidFill>
          </a:ln>
        </p:spPr>
      </p:pic>
      <p:pic>
        <p:nvPicPr>
          <p:cNvPr id="46" name="Picture 45" descr="Bread loaf in kitchen">
            <a:extLst>
              <a:ext uri="{FF2B5EF4-FFF2-40B4-BE49-F238E27FC236}">
                <a16:creationId xmlns:a16="http://schemas.microsoft.com/office/drawing/2014/main" id="{EF2A6317-B954-AD49-9F4D-EA112EE97BD5}"/>
              </a:ext>
            </a:extLst>
          </p:cNvPr>
          <p:cNvPicPr>
            <a:picLocks noChangeAspect="1"/>
          </p:cNvPicPr>
          <p:nvPr/>
        </p:nvPicPr>
        <p:blipFill rotWithShape="1">
          <a:blip r:embed="rId7">
            <a:extLst>
              <a:ext uri="{28A0092B-C50C-407E-A947-70E740481C1C}">
                <a14:useLocalDpi xmlns:a14="http://schemas.microsoft.com/office/drawing/2010/main" val="0"/>
              </a:ext>
            </a:extLst>
          </a:blip>
          <a:srcRect t="8502" b="9360"/>
          <a:stretch/>
        </p:blipFill>
        <p:spPr>
          <a:xfrm>
            <a:off x="8523511" y="16098518"/>
            <a:ext cx="4212771" cy="2306873"/>
          </a:xfrm>
          <a:prstGeom prst="rect">
            <a:avLst/>
          </a:prstGeom>
          <a:ln>
            <a:solidFill>
              <a:schemeClr val="bg1"/>
            </a:solidFill>
          </a:ln>
        </p:spPr>
      </p:pic>
      <p:sp>
        <p:nvSpPr>
          <p:cNvPr id="47" name="Rectangle 46">
            <a:extLst>
              <a:ext uri="{FF2B5EF4-FFF2-40B4-BE49-F238E27FC236}">
                <a16:creationId xmlns:a16="http://schemas.microsoft.com/office/drawing/2014/main" id="{B86B860F-D3CC-4BFF-E908-6D5BD37A29FB}"/>
              </a:ext>
            </a:extLst>
          </p:cNvPr>
          <p:cNvSpPr/>
          <p:nvPr/>
        </p:nvSpPr>
        <p:spPr>
          <a:xfrm>
            <a:off x="6204857" y="3895344"/>
            <a:ext cx="4539343" cy="1408176"/>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pH</a:t>
            </a:r>
          </a:p>
        </p:txBody>
      </p:sp>
      <p:sp>
        <p:nvSpPr>
          <p:cNvPr id="48" name="Rectangle 47">
            <a:extLst>
              <a:ext uri="{FF2B5EF4-FFF2-40B4-BE49-F238E27FC236}">
                <a16:creationId xmlns:a16="http://schemas.microsoft.com/office/drawing/2014/main" id="{EC06A700-D132-194A-A35A-5F0E8A1FDA18}"/>
              </a:ext>
            </a:extLst>
          </p:cNvPr>
          <p:cNvSpPr/>
          <p:nvPr/>
        </p:nvSpPr>
        <p:spPr>
          <a:xfrm>
            <a:off x="16018327" y="3895344"/>
            <a:ext cx="4539343" cy="1408176"/>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Nutrition Facts</a:t>
            </a:r>
          </a:p>
        </p:txBody>
      </p:sp>
      <p:pic>
        <p:nvPicPr>
          <p:cNvPr id="1026" name="Picture 2" descr="Cosmic Crisp® Apple Nutrition">
            <a:extLst>
              <a:ext uri="{FF2B5EF4-FFF2-40B4-BE49-F238E27FC236}">
                <a16:creationId xmlns:a16="http://schemas.microsoft.com/office/drawing/2014/main" id="{D9A76548-2B77-16D9-C146-DBD8797B5B73}"/>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b="1295"/>
          <a:stretch/>
        </p:blipFill>
        <p:spPr bwMode="auto">
          <a:xfrm>
            <a:off x="15140669" y="5737422"/>
            <a:ext cx="6294661" cy="12667969"/>
          </a:xfrm>
          <a:prstGeom prst="rect">
            <a:avLst/>
          </a:prstGeom>
          <a:noFill/>
          <a:extLst>
            <a:ext uri="{909E8E84-426E-40DD-AFC4-6F175D3DCCD1}">
              <a14:hiddenFill xmlns:a14="http://schemas.microsoft.com/office/drawing/2010/main">
                <a:solidFill>
                  <a:srgbClr val="FFFFFF"/>
                </a:solidFill>
              </a14:hiddenFill>
            </a:ext>
          </a:extLst>
        </p:spPr>
      </p:pic>
      <p:sp>
        <p:nvSpPr>
          <p:cNvPr id="51" name="Rectangle 50">
            <a:extLst>
              <a:ext uri="{FF2B5EF4-FFF2-40B4-BE49-F238E27FC236}">
                <a16:creationId xmlns:a16="http://schemas.microsoft.com/office/drawing/2014/main" id="{47FB6DD8-0C2E-DFCF-074A-2C4C89D13DDD}"/>
              </a:ext>
            </a:extLst>
          </p:cNvPr>
          <p:cNvSpPr/>
          <p:nvPr/>
        </p:nvSpPr>
        <p:spPr>
          <a:xfrm>
            <a:off x="25831797" y="3895344"/>
            <a:ext cx="4539343" cy="1408176"/>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Molecular Weight</a:t>
            </a:r>
          </a:p>
        </p:txBody>
      </p:sp>
      <p:pic>
        <p:nvPicPr>
          <p:cNvPr id="53" name="Picture 52" descr="An image of a part of a periodic table and test tubes">
            <a:extLst>
              <a:ext uri="{FF2B5EF4-FFF2-40B4-BE49-F238E27FC236}">
                <a16:creationId xmlns:a16="http://schemas.microsoft.com/office/drawing/2014/main" id="{EE5D176B-BF66-30E6-4AE9-5A91E0272F26}"/>
              </a:ext>
            </a:extLst>
          </p:cNvPr>
          <p:cNvPicPr>
            <a:picLocks noChangeAspect="1"/>
          </p:cNvPicPr>
          <p:nvPr/>
        </p:nvPicPr>
        <p:blipFill rotWithShape="1">
          <a:blip r:embed="rId9">
            <a:extLst>
              <a:ext uri="{28A0092B-C50C-407E-A947-70E740481C1C}">
                <a14:useLocalDpi xmlns:a14="http://schemas.microsoft.com/office/drawing/2010/main" val="0"/>
              </a:ext>
            </a:extLst>
          </a:blip>
          <a:srcRect l="32536"/>
          <a:stretch/>
        </p:blipFill>
        <p:spPr>
          <a:xfrm>
            <a:off x="23839717" y="5819567"/>
            <a:ext cx="8490854" cy="12585824"/>
          </a:xfrm>
          <a:prstGeom prst="rect">
            <a:avLst/>
          </a:prstGeom>
        </p:spPr>
      </p:pic>
    </p:spTree>
    <p:extLst>
      <p:ext uri="{BB962C8B-B14F-4D97-AF65-F5344CB8AC3E}">
        <p14:creationId xmlns:p14="http://schemas.microsoft.com/office/powerpoint/2010/main" val="19552391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41809-6C6F-6D9E-8BE2-01E7CB61C91C}"/>
              </a:ext>
            </a:extLst>
          </p:cNvPr>
          <p:cNvSpPr>
            <a:spLocks noGrp="1"/>
          </p:cNvSpPr>
          <p:nvPr>
            <p:ph type="title"/>
          </p:nvPr>
        </p:nvSpPr>
        <p:spPr/>
        <p:txBody>
          <a:bodyPr/>
          <a:lstStyle/>
          <a:p>
            <a:r>
              <a:rPr lang="en-US" dirty="0"/>
              <a:t>Hearing</a:t>
            </a:r>
          </a:p>
        </p:txBody>
      </p:sp>
      <p:sp>
        <p:nvSpPr>
          <p:cNvPr id="3" name="Text Placeholder 2">
            <a:extLst>
              <a:ext uri="{FF2B5EF4-FFF2-40B4-BE49-F238E27FC236}">
                <a16:creationId xmlns:a16="http://schemas.microsoft.com/office/drawing/2014/main" id="{5D88716D-98EA-659F-4ACA-DABC0EBC2631}"/>
              </a:ext>
            </a:extLst>
          </p:cNvPr>
          <p:cNvSpPr>
            <a:spLocks noGrp="1"/>
          </p:cNvSpPr>
          <p:nvPr>
            <p:ph type="body" sz="quarter" idx="10"/>
          </p:nvPr>
        </p:nvSpPr>
        <p:spPr/>
        <p:txBody>
          <a:bodyPr/>
          <a:lstStyle/>
          <a:p>
            <a:r>
              <a:rPr lang="en-US" dirty="0"/>
              <a:t>How A Computer Might Hear</a:t>
            </a:r>
          </a:p>
        </p:txBody>
      </p:sp>
      <p:pic>
        <p:nvPicPr>
          <p:cNvPr id="4" name="Picture 2">
            <a:extLst>
              <a:ext uri="{FF2B5EF4-FFF2-40B4-BE49-F238E27FC236}">
                <a16:creationId xmlns:a16="http://schemas.microsoft.com/office/drawing/2014/main" id="{7EDF305D-A075-7B03-4028-931CA54E7D8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835"/>
          <a:stretch/>
        </p:blipFill>
        <p:spPr bwMode="auto">
          <a:xfrm>
            <a:off x="19133816" y="6772273"/>
            <a:ext cx="15980762" cy="966267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96C4EDCA-1F77-BC9F-9686-0984AB632FDB}"/>
              </a:ext>
            </a:extLst>
          </p:cNvPr>
          <p:cNvPicPr>
            <a:picLocks noChangeAspect="1"/>
          </p:cNvPicPr>
          <p:nvPr/>
        </p:nvPicPr>
        <p:blipFill>
          <a:blip r:embed="rId4"/>
          <a:stretch>
            <a:fillRect/>
          </a:stretch>
        </p:blipFill>
        <p:spPr>
          <a:xfrm>
            <a:off x="2514600" y="6772273"/>
            <a:ext cx="14927586" cy="9662670"/>
          </a:xfrm>
          <a:prstGeom prst="rect">
            <a:avLst/>
          </a:prstGeom>
        </p:spPr>
      </p:pic>
      <p:sp>
        <p:nvSpPr>
          <p:cNvPr id="7" name="Rectangle 6">
            <a:extLst>
              <a:ext uri="{FF2B5EF4-FFF2-40B4-BE49-F238E27FC236}">
                <a16:creationId xmlns:a16="http://schemas.microsoft.com/office/drawing/2014/main" id="{AEA514CF-D559-F488-8AF0-5A6DCDEF3000}"/>
              </a:ext>
            </a:extLst>
          </p:cNvPr>
          <p:cNvSpPr/>
          <p:nvPr/>
        </p:nvSpPr>
        <p:spPr>
          <a:xfrm>
            <a:off x="7708721" y="4687442"/>
            <a:ext cx="4539343" cy="1408176"/>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Sheet Music</a:t>
            </a:r>
          </a:p>
        </p:txBody>
      </p:sp>
      <p:sp>
        <p:nvSpPr>
          <p:cNvPr id="8" name="Rectangle 7">
            <a:extLst>
              <a:ext uri="{FF2B5EF4-FFF2-40B4-BE49-F238E27FC236}">
                <a16:creationId xmlns:a16="http://schemas.microsoft.com/office/drawing/2014/main" id="{1B9CB1CC-79B8-B4D1-C09C-70D2D4CBD40B}"/>
              </a:ext>
            </a:extLst>
          </p:cNvPr>
          <p:cNvSpPr/>
          <p:nvPr/>
        </p:nvSpPr>
        <p:spPr>
          <a:xfrm>
            <a:off x="24327938" y="4687442"/>
            <a:ext cx="4539343" cy="1408176"/>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Spectrogram</a:t>
            </a:r>
          </a:p>
        </p:txBody>
      </p:sp>
    </p:spTree>
    <p:extLst>
      <p:ext uri="{BB962C8B-B14F-4D97-AF65-F5344CB8AC3E}">
        <p14:creationId xmlns:p14="http://schemas.microsoft.com/office/powerpoint/2010/main" val="14536887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41809-6C6F-6D9E-8BE2-01E7CB61C91C}"/>
              </a:ext>
            </a:extLst>
          </p:cNvPr>
          <p:cNvSpPr>
            <a:spLocks noGrp="1"/>
          </p:cNvSpPr>
          <p:nvPr>
            <p:ph type="title"/>
          </p:nvPr>
        </p:nvSpPr>
        <p:spPr/>
        <p:txBody>
          <a:bodyPr/>
          <a:lstStyle/>
          <a:p>
            <a:r>
              <a:rPr lang="en-US" dirty="0"/>
              <a:t>Touch</a:t>
            </a:r>
          </a:p>
        </p:txBody>
      </p:sp>
      <p:sp>
        <p:nvSpPr>
          <p:cNvPr id="3" name="Text Placeholder 2">
            <a:extLst>
              <a:ext uri="{FF2B5EF4-FFF2-40B4-BE49-F238E27FC236}">
                <a16:creationId xmlns:a16="http://schemas.microsoft.com/office/drawing/2014/main" id="{5D88716D-98EA-659F-4ACA-DABC0EBC2631}"/>
              </a:ext>
            </a:extLst>
          </p:cNvPr>
          <p:cNvSpPr>
            <a:spLocks noGrp="1"/>
          </p:cNvSpPr>
          <p:nvPr>
            <p:ph type="body" sz="quarter" idx="10"/>
          </p:nvPr>
        </p:nvSpPr>
        <p:spPr/>
        <p:txBody>
          <a:bodyPr/>
          <a:lstStyle/>
          <a:p>
            <a:r>
              <a:rPr lang="en-US" dirty="0"/>
              <a:t>How A Computer Might Feel</a:t>
            </a:r>
          </a:p>
        </p:txBody>
      </p:sp>
      <p:pic>
        <p:nvPicPr>
          <p:cNvPr id="5" name="Tensile_test_-_steel_sample.ogv.720p.vp9">
            <a:hlinkClick r:id="" action="ppaction://media"/>
            <a:extLst>
              <a:ext uri="{FF2B5EF4-FFF2-40B4-BE49-F238E27FC236}">
                <a16:creationId xmlns:a16="http://schemas.microsoft.com/office/drawing/2014/main" id="{6BDF0320-D636-3C10-248A-91B533E364D9}"/>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5"/>
          <a:srcRect l="33281" r="33147"/>
          <a:stretch/>
        </p:blipFill>
        <p:spPr>
          <a:xfrm>
            <a:off x="2743200" y="6382512"/>
            <a:ext cx="6712544" cy="11247120"/>
          </a:xfrm>
          <a:prstGeom prst="rect">
            <a:avLst/>
          </a:prstGeom>
        </p:spPr>
      </p:pic>
      <p:sp>
        <p:nvSpPr>
          <p:cNvPr id="9" name="TextBox 8">
            <a:extLst>
              <a:ext uri="{FF2B5EF4-FFF2-40B4-BE49-F238E27FC236}">
                <a16:creationId xmlns:a16="http://schemas.microsoft.com/office/drawing/2014/main" id="{D59FEC57-3893-454A-0CD2-5CE1A59D6367}"/>
              </a:ext>
            </a:extLst>
          </p:cNvPr>
          <p:cNvSpPr txBox="1"/>
          <p:nvPr/>
        </p:nvSpPr>
        <p:spPr>
          <a:xfrm>
            <a:off x="5372701" y="17732889"/>
            <a:ext cx="3623749" cy="707886"/>
          </a:xfrm>
          <a:prstGeom prst="rect">
            <a:avLst/>
          </a:prstGeom>
          <a:noFill/>
        </p:spPr>
        <p:txBody>
          <a:bodyPr wrap="none" rtlCol="0">
            <a:spAutoFit/>
          </a:bodyPr>
          <a:lstStyle/>
          <a:p>
            <a:pPr algn="ctr"/>
            <a:r>
              <a:rPr lang="en-US" sz="4000" dirty="0">
                <a:solidFill>
                  <a:schemeClr val="bg1"/>
                </a:solidFill>
                <a:latin typeface="NVIDIA Sans" panose="020B0503020203020204" pitchFamily="34" charset="0"/>
                <a:cs typeface="NVIDIA Sans" panose="020B0503020203020204" pitchFamily="34" charset="0"/>
              </a:rPr>
              <a:t>By </a:t>
            </a:r>
            <a:r>
              <a:rPr lang="en-US" sz="4000" dirty="0">
                <a:solidFill>
                  <a:schemeClr val="bg1"/>
                </a:solidFill>
                <a:latin typeface="NVIDIA Sans" panose="020B0503020203020204" pitchFamily="34" charset="0"/>
                <a:cs typeface="NVIDIA Sans" panose="020B0503020203020204" pitchFamily="34" charset="0"/>
                <a:hlinkClick r:id="rId6"/>
              </a:rPr>
              <a:t>Christian V.</a:t>
            </a:r>
            <a:endParaRPr lang="en-US" sz="4000" dirty="0">
              <a:solidFill>
                <a:schemeClr val="bg1"/>
              </a:solidFill>
              <a:latin typeface="NVIDIA Sans" panose="020B0503020203020204" pitchFamily="34" charset="0"/>
              <a:cs typeface="NVIDIA Sans" panose="020B0503020203020204" pitchFamily="34" charset="0"/>
            </a:endParaRPr>
          </a:p>
        </p:txBody>
      </p:sp>
      <p:pic>
        <p:nvPicPr>
          <p:cNvPr id="8" name="Picture 7">
            <a:extLst>
              <a:ext uri="{FF2B5EF4-FFF2-40B4-BE49-F238E27FC236}">
                <a16:creationId xmlns:a16="http://schemas.microsoft.com/office/drawing/2014/main" id="{7F0C8C2A-B5E1-ED51-E99B-E412845FD448}"/>
              </a:ext>
            </a:extLst>
          </p:cNvPr>
          <p:cNvPicPr>
            <a:picLocks noChangeAspect="1"/>
          </p:cNvPicPr>
          <p:nvPr/>
        </p:nvPicPr>
        <p:blipFill rotWithShape="1">
          <a:blip r:embed="rId7"/>
          <a:srcRect l="9094"/>
          <a:stretch/>
        </p:blipFill>
        <p:spPr>
          <a:xfrm>
            <a:off x="13413986" y="6382511"/>
            <a:ext cx="8651317" cy="11247119"/>
          </a:xfrm>
          <a:prstGeom prst="rect">
            <a:avLst/>
          </a:prstGeom>
        </p:spPr>
      </p:pic>
      <p:sp>
        <p:nvSpPr>
          <p:cNvPr id="10" name="Rectangle 9">
            <a:extLst>
              <a:ext uri="{FF2B5EF4-FFF2-40B4-BE49-F238E27FC236}">
                <a16:creationId xmlns:a16="http://schemas.microsoft.com/office/drawing/2014/main" id="{02D3956E-CB81-7D2D-20C9-124BB32BC289}"/>
              </a:ext>
            </a:extLst>
          </p:cNvPr>
          <p:cNvSpPr/>
          <p:nvPr/>
        </p:nvSpPr>
        <p:spPr>
          <a:xfrm>
            <a:off x="3829800" y="4434840"/>
            <a:ext cx="4539343" cy="1408176"/>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Tensile Strength</a:t>
            </a:r>
          </a:p>
        </p:txBody>
      </p:sp>
      <p:sp>
        <p:nvSpPr>
          <p:cNvPr id="11" name="Rectangle 10">
            <a:extLst>
              <a:ext uri="{FF2B5EF4-FFF2-40B4-BE49-F238E27FC236}">
                <a16:creationId xmlns:a16="http://schemas.microsoft.com/office/drawing/2014/main" id="{EC6C0915-686D-2135-AE34-2C1DDF6B4787}"/>
              </a:ext>
            </a:extLst>
          </p:cNvPr>
          <p:cNvSpPr/>
          <p:nvPr/>
        </p:nvSpPr>
        <p:spPr>
          <a:xfrm>
            <a:off x="15469972" y="4434840"/>
            <a:ext cx="4539343" cy="1408176"/>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Weather Maps</a:t>
            </a:r>
          </a:p>
        </p:txBody>
      </p:sp>
      <p:pic>
        <p:nvPicPr>
          <p:cNvPr id="6" name="Picture 5" descr="Red apple on blue weighing scale">
            <a:extLst>
              <a:ext uri="{FF2B5EF4-FFF2-40B4-BE49-F238E27FC236}">
                <a16:creationId xmlns:a16="http://schemas.microsoft.com/office/drawing/2014/main" id="{3D0EDE04-42B5-49E9-1A24-A00947F11DAB}"/>
              </a:ext>
            </a:extLst>
          </p:cNvPr>
          <p:cNvPicPr>
            <a:picLocks noChangeAspect="1"/>
          </p:cNvPicPr>
          <p:nvPr/>
        </p:nvPicPr>
        <p:blipFill rotWithShape="1">
          <a:blip r:embed="rId8">
            <a:extLst>
              <a:ext uri="{28A0092B-C50C-407E-A947-70E740481C1C}">
                <a14:useLocalDpi xmlns:a14="http://schemas.microsoft.com/office/drawing/2010/main" val="0"/>
              </a:ext>
            </a:extLst>
          </a:blip>
          <a:srcRect l="26323" r="27150"/>
          <a:stretch/>
        </p:blipFill>
        <p:spPr>
          <a:xfrm>
            <a:off x="26093058" y="6382511"/>
            <a:ext cx="7837714" cy="11247118"/>
          </a:xfrm>
          <a:prstGeom prst="rect">
            <a:avLst/>
          </a:prstGeom>
        </p:spPr>
      </p:pic>
      <p:sp>
        <p:nvSpPr>
          <p:cNvPr id="7" name="Rectangle 6">
            <a:extLst>
              <a:ext uri="{FF2B5EF4-FFF2-40B4-BE49-F238E27FC236}">
                <a16:creationId xmlns:a16="http://schemas.microsoft.com/office/drawing/2014/main" id="{F547E83E-E1AF-AAA5-031E-D867C7C2B3ED}"/>
              </a:ext>
            </a:extLst>
          </p:cNvPr>
          <p:cNvSpPr/>
          <p:nvPr/>
        </p:nvSpPr>
        <p:spPr>
          <a:xfrm>
            <a:off x="27742243" y="4434840"/>
            <a:ext cx="4539343" cy="1408176"/>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Weight</a:t>
            </a:r>
          </a:p>
        </p:txBody>
      </p:sp>
    </p:spTree>
    <p:extLst>
      <p:ext uri="{BB962C8B-B14F-4D97-AF65-F5344CB8AC3E}">
        <p14:creationId xmlns:p14="http://schemas.microsoft.com/office/powerpoint/2010/main" val="10558346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12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41809-6C6F-6D9E-8BE2-01E7CB61C91C}"/>
              </a:ext>
            </a:extLst>
          </p:cNvPr>
          <p:cNvSpPr>
            <a:spLocks noGrp="1"/>
          </p:cNvSpPr>
          <p:nvPr>
            <p:ph type="title"/>
          </p:nvPr>
        </p:nvSpPr>
        <p:spPr/>
        <p:txBody>
          <a:bodyPr/>
          <a:lstStyle/>
          <a:p>
            <a:r>
              <a:rPr lang="en-US" dirty="0"/>
              <a:t>Multimodal Applications</a:t>
            </a:r>
          </a:p>
        </p:txBody>
      </p:sp>
      <p:sp>
        <p:nvSpPr>
          <p:cNvPr id="3" name="Text Placeholder 2">
            <a:extLst>
              <a:ext uri="{FF2B5EF4-FFF2-40B4-BE49-F238E27FC236}">
                <a16:creationId xmlns:a16="http://schemas.microsoft.com/office/drawing/2014/main" id="{5D88716D-98EA-659F-4ACA-DABC0EBC2631}"/>
              </a:ext>
            </a:extLst>
          </p:cNvPr>
          <p:cNvSpPr>
            <a:spLocks noGrp="1"/>
          </p:cNvSpPr>
          <p:nvPr>
            <p:ph type="body" sz="quarter" idx="10"/>
          </p:nvPr>
        </p:nvSpPr>
        <p:spPr/>
        <p:txBody>
          <a:bodyPr/>
          <a:lstStyle/>
          <a:p>
            <a:r>
              <a:rPr lang="en-US" dirty="0"/>
              <a:t>Common Multimodal Use Cases</a:t>
            </a:r>
          </a:p>
        </p:txBody>
      </p:sp>
      <p:sp>
        <p:nvSpPr>
          <p:cNvPr id="10" name="Rectangle 9">
            <a:extLst>
              <a:ext uri="{FF2B5EF4-FFF2-40B4-BE49-F238E27FC236}">
                <a16:creationId xmlns:a16="http://schemas.microsoft.com/office/drawing/2014/main" id="{02D3956E-CB81-7D2D-20C9-124BB32BC289}"/>
              </a:ext>
            </a:extLst>
          </p:cNvPr>
          <p:cNvSpPr/>
          <p:nvPr/>
        </p:nvSpPr>
        <p:spPr>
          <a:xfrm>
            <a:off x="7641771" y="4297681"/>
            <a:ext cx="4539343" cy="1408176"/>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Robotics</a:t>
            </a:r>
          </a:p>
        </p:txBody>
      </p:sp>
      <p:sp>
        <p:nvSpPr>
          <p:cNvPr id="11" name="Rectangle 10">
            <a:extLst>
              <a:ext uri="{FF2B5EF4-FFF2-40B4-BE49-F238E27FC236}">
                <a16:creationId xmlns:a16="http://schemas.microsoft.com/office/drawing/2014/main" id="{EC6C0915-686D-2135-AE34-2C1DDF6B4787}"/>
              </a:ext>
            </a:extLst>
          </p:cNvPr>
          <p:cNvSpPr/>
          <p:nvPr/>
        </p:nvSpPr>
        <p:spPr>
          <a:xfrm>
            <a:off x="24394886" y="4432227"/>
            <a:ext cx="4539343" cy="1408176"/>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Biology</a:t>
            </a:r>
          </a:p>
        </p:txBody>
      </p:sp>
      <p:pic>
        <p:nvPicPr>
          <p:cNvPr id="14" name="Picture 13">
            <a:extLst>
              <a:ext uri="{FF2B5EF4-FFF2-40B4-BE49-F238E27FC236}">
                <a16:creationId xmlns:a16="http://schemas.microsoft.com/office/drawing/2014/main" id="{1047B742-F57D-21A7-165F-99A935132A30}"/>
              </a:ext>
            </a:extLst>
          </p:cNvPr>
          <p:cNvPicPr>
            <a:picLocks noChangeAspect="1"/>
          </p:cNvPicPr>
          <p:nvPr/>
        </p:nvPicPr>
        <p:blipFill rotWithShape="1">
          <a:blip r:embed="rId3"/>
          <a:srcRect r="6640"/>
          <a:stretch/>
        </p:blipFill>
        <p:spPr>
          <a:xfrm>
            <a:off x="19235059" y="6382512"/>
            <a:ext cx="14858998" cy="13421290"/>
          </a:xfrm>
          <a:prstGeom prst="rect">
            <a:avLst/>
          </a:prstGeom>
        </p:spPr>
      </p:pic>
      <p:pic>
        <p:nvPicPr>
          <p:cNvPr id="1026" name="Picture 2" descr="NVIDIA Isaac Lab application for robot learning and foundation model training">
            <a:extLst>
              <a:ext uri="{FF2B5EF4-FFF2-40B4-BE49-F238E27FC236}">
                <a16:creationId xmlns:a16="http://schemas.microsoft.com/office/drawing/2014/main" id="{156EF8BE-DF85-19B1-78AC-1AB80F79507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37724"/>
          <a:stretch/>
        </p:blipFill>
        <p:spPr bwMode="auto">
          <a:xfrm>
            <a:off x="2481943" y="6382512"/>
            <a:ext cx="14859000" cy="134212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93295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12A486EE-69B2-6F02-8BE8-7265B66F605F}"/>
              </a:ext>
            </a:extLst>
          </p:cNvPr>
          <p:cNvGrpSpPr/>
          <p:nvPr/>
        </p:nvGrpSpPr>
        <p:grpSpPr>
          <a:xfrm>
            <a:off x="19886136" y="6138610"/>
            <a:ext cx="13149404" cy="12871037"/>
            <a:chOff x="19886136" y="6138610"/>
            <a:chExt cx="13149404" cy="12871037"/>
          </a:xfrm>
        </p:grpSpPr>
        <p:sp>
          <p:nvSpPr>
            <p:cNvPr id="14" name="Arrow: Circular 13">
              <a:extLst>
                <a:ext uri="{FF2B5EF4-FFF2-40B4-BE49-F238E27FC236}">
                  <a16:creationId xmlns:a16="http://schemas.microsoft.com/office/drawing/2014/main" id="{99498C0F-4BA1-8919-6688-10440CD32F91}"/>
                </a:ext>
              </a:extLst>
            </p:cNvPr>
            <p:cNvSpPr/>
            <p:nvPr/>
          </p:nvSpPr>
          <p:spPr>
            <a:xfrm rot="21226989" flipH="1">
              <a:off x="20224117" y="6138610"/>
              <a:ext cx="12613311" cy="12613311"/>
            </a:xfrm>
            <a:prstGeom prst="circularArrow">
              <a:avLst>
                <a:gd name="adj1" fmla="val 6946"/>
                <a:gd name="adj2" fmla="val 877162"/>
                <a:gd name="adj3" fmla="val 17959405"/>
                <a:gd name="adj4" fmla="val 16010891"/>
                <a:gd name="adj5" fmla="val 7121"/>
              </a:avLst>
            </a:prstGeom>
            <a:solidFill>
              <a:srgbClr val="BDD9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17" name="Arrow: Circular 16">
              <a:extLst>
                <a:ext uri="{FF2B5EF4-FFF2-40B4-BE49-F238E27FC236}">
                  <a16:creationId xmlns:a16="http://schemas.microsoft.com/office/drawing/2014/main" id="{5D9763BC-EA56-6D0A-2E62-568D82FE474E}"/>
                </a:ext>
              </a:extLst>
            </p:cNvPr>
            <p:cNvSpPr/>
            <p:nvPr/>
          </p:nvSpPr>
          <p:spPr>
            <a:xfrm rot="10800000" flipH="1">
              <a:off x="20224116" y="6138611"/>
              <a:ext cx="12613311" cy="12613311"/>
            </a:xfrm>
            <a:prstGeom prst="circularArrow">
              <a:avLst>
                <a:gd name="adj1" fmla="val 6946"/>
                <a:gd name="adj2" fmla="val 877162"/>
                <a:gd name="adj3" fmla="val 17959405"/>
                <a:gd name="adj4" fmla="val 13603351"/>
                <a:gd name="adj5" fmla="val 7121"/>
              </a:avLst>
            </a:prstGeom>
            <a:solidFill>
              <a:srgbClr val="BDD9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24" name="Arrow: Circular 23">
              <a:extLst>
                <a:ext uri="{FF2B5EF4-FFF2-40B4-BE49-F238E27FC236}">
                  <a16:creationId xmlns:a16="http://schemas.microsoft.com/office/drawing/2014/main" id="{E599C54C-0200-8DA2-8589-31A800F47835}"/>
                </a:ext>
              </a:extLst>
            </p:cNvPr>
            <p:cNvSpPr/>
            <p:nvPr/>
          </p:nvSpPr>
          <p:spPr>
            <a:xfrm rot="7068267" flipH="1">
              <a:off x="20238944" y="6243935"/>
              <a:ext cx="12613311" cy="12613311"/>
            </a:xfrm>
            <a:prstGeom prst="circularArrow">
              <a:avLst>
                <a:gd name="adj1" fmla="val 6946"/>
                <a:gd name="adj2" fmla="val 877162"/>
                <a:gd name="adj3" fmla="val 17959405"/>
                <a:gd name="adj4" fmla="val 16432948"/>
                <a:gd name="adj5" fmla="val 7121"/>
              </a:avLst>
            </a:prstGeom>
            <a:solidFill>
              <a:srgbClr val="BDD9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26" name="Arrow: Circular 25">
              <a:extLst>
                <a:ext uri="{FF2B5EF4-FFF2-40B4-BE49-F238E27FC236}">
                  <a16:creationId xmlns:a16="http://schemas.microsoft.com/office/drawing/2014/main" id="{76C75A20-7958-CAD2-7B1C-FB7929387D7E}"/>
                </a:ext>
              </a:extLst>
            </p:cNvPr>
            <p:cNvSpPr/>
            <p:nvPr/>
          </p:nvSpPr>
          <p:spPr>
            <a:xfrm rot="3451610" flipH="1">
              <a:off x="20099318" y="5975887"/>
              <a:ext cx="12723039" cy="13149404"/>
            </a:xfrm>
            <a:prstGeom prst="circularArrow">
              <a:avLst>
                <a:gd name="adj1" fmla="val 6946"/>
                <a:gd name="adj2" fmla="val 877162"/>
                <a:gd name="adj3" fmla="val 17959405"/>
                <a:gd name="adj4" fmla="val 16432948"/>
                <a:gd name="adj5" fmla="val 7121"/>
              </a:avLst>
            </a:prstGeom>
            <a:solidFill>
              <a:srgbClr val="BDD9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31" name="Arrow: Circular 30">
              <a:extLst>
                <a:ext uri="{FF2B5EF4-FFF2-40B4-BE49-F238E27FC236}">
                  <a16:creationId xmlns:a16="http://schemas.microsoft.com/office/drawing/2014/main" id="{A56A9409-3A8C-DDDA-9F02-F91D32623911}"/>
                </a:ext>
              </a:extLst>
            </p:cNvPr>
            <p:cNvSpPr/>
            <p:nvPr/>
          </p:nvSpPr>
          <p:spPr>
            <a:xfrm rot="17509410" flipH="1">
              <a:off x="20363785" y="6396336"/>
              <a:ext cx="12613311" cy="12613311"/>
            </a:xfrm>
            <a:prstGeom prst="circularArrow">
              <a:avLst>
                <a:gd name="adj1" fmla="val 6946"/>
                <a:gd name="adj2" fmla="val 877162"/>
                <a:gd name="adj3" fmla="val 17959405"/>
                <a:gd name="adj4" fmla="val 16432948"/>
                <a:gd name="adj5" fmla="val 7121"/>
              </a:avLst>
            </a:prstGeom>
            <a:solidFill>
              <a:srgbClr val="BDD9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grpSp>
      <p:sp>
        <p:nvSpPr>
          <p:cNvPr id="45" name="Oval 44">
            <a:extLst>
              <a:ext uri="{FF2B5EF4-FFF2-40B4-BE49-F238E27FC236}">
                <a16:creationId xmlns:a16="http://schemas.microsoft.com/office/drawing/2014/main" id="{4C65DA44-B3AE-2DE5-97BA-47A063565992}"/>
              </a:ext>
            </a:extLst>
          </p:cNvPr>
          <p:cNvSpPr/>
          <p:nvPr/>
        </p:nvSpPr>
        <p:spPr>
          <a:xfrm>
            <a:off x="24897518" y="5399556"/>
            <a:ext cx="3266505" cy="3266505"/>
          </a:xfrm>
          <a:prstGeom prst="ellipse">
            <a:avLst/>
          </a:prstGeom>
          <a:solidFill>
            <a:schemeClr val="tx1"/>
          </a:solidFill>
          <a:ln w="2540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44" name="Oval 43">
            <a:extLst>
              <a:ext uri="{FF2B5EF4-FFF2-40B4-BE49-F238E27FC236}">
                <a16:creationId xmlns:a16="http://schemas.microsoft.com/office/drawing/2014/main" id="{9713889F-13B2-FC9E-A851-8F7AAE425270}"/>
              </a:ext>
            </a:extLst>
          </p:cNvPr>
          <p:cNvSpPr/>
          <p:nvPr/>
        </p:nvSpPr>
        <p:spPr>
          <a:xfrm>
            <a:off x="29207406" y="13829578"/>
            <a:ext cx="3266505" cy="3266505"/>
          </a:xfrm>
          <a:prstGeom prst="ellipse">
            <a:avLst/>
          </a:prstGeom>
          <a:solidFill>
            <a:schemeClr val="tx1"/>
          </a:solidFill>
          <a:ln w="2540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41" name="Oval 40">
            <a:extLst>
              <a:ext uri="{FF2B5EF4-FFF2-40B4-BE49-F238E27FC236}">
                <a16:creationId xmlns:a16="http://schemas.microsoft.com/office/drawing/2014/main" id="{6736245D-2CE9-EA35-3ECE-F41D7B5E93C2}"/>
              </a:ext>
            </a:extLst>
          </p:cNvPr>
          <p:cNvSpPr/>
          <p:nvPr/>
        </p:nvSpPr>
        <p:spPr>
          <a:xfrm>
            <a:off x="29524683" y="7961359"/>
            <a:ext cx="3266505" cy="3266505"/>
          </a:xfrm>
          <a:prstGeom prst="ellipse">
            <a:avLst/>
          </a:prstGeom>
          <a:solidFill>
            <a:schemeClr val="tx1"/>
          </a:solidFill>
          <a:ln w="2540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39" name="Oval 38">
            <a:extLst>
              <a:ext uri="{FF2B5EF4-FFF2-40B4-BE49-F238E27FC236}">
                <a16:creationId xmlns:a16="http://schemas.microsoft.com/office/drawing/2014/main" id="{02BB23C9-F2E0-B9AA-06C1-DF1A89720DCF}"/>
              </a:ext>
            </a:extLst>
          </p:cNvPr>
          <p:cNvSpPr/>
          <p:nvPr/>
        </p:nvSpPr>
        <p:spPr>
          <a:xfrm>
            <a:off x="20075961" y="8087284"/>
            <a:ext cx="3266505" cy="3266505"/>
          </a:xfrm>
          <a:prstGeom prst="ellipse">
            <a:avLst/>
          </a:prstGeom>
          <a:solidFill>
            <a:schemeClr val="tx1"/>
          </a:solidFill>
          <a:ln w="2540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35" name="Flowchart: Terminator 34">
            <a:extLst>
              <a:ext uri="{FF2B5EF4-FFF2-40B4-BE49-F238E27FC236}">
                <a16:creationId xmlns:a16="http://schemas.microsoft.com/office/drawing/2014/main" id="{24DFD7D5-94D7-1B05-41C8-001054BBC05F}"/>
              </a:ext>
            </a:extLst>
          </p:cNvPr>
          <p:cNvSpPr/>
          <p:nvPr/>
        </p:nvSpPr>
        <p:spPr>
          <a:xfrm>
            <a:off x="19514263" y="14058734"/>
            <a:ext cx="6029998" cy="3263628"/>
          </a:xfrm>
          <a:prstGeom prst="flowChartTerminator">
            <a:avLst/>
          </a:prstGeom>
          <a:solidFill>
            <a:schemeClr val="tx1"/>
          </a:solidFill>
          <a:ln w="2540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2" name="Title 1">
            <a:extLst>
              <a:ext uri="{FF2B5EF4-FFF2-40B4-BE49-F238E27FC236}">
                <a16:creationId xmlns:a16="http://schemas.microsoft.com/office/drawing/2014/main" id="{E8641809-6C6F-6D9E-8BE2-01E7CB61C91C}"/>
              </a:ext>
            </a:extLst>
          </p:cNvPr>
          <p:cNvSpPr>
            <a:spLocks noGrp="1"/>
          </p:cNvSpPr>
          <p:nvPr>
            <p:ph type="title"/>
          </p:nvPr>
        </p:nvSpPr>
        <p:spPr/>
        <p:txBody>
          <a:bodyPr/>
          <a:lstStyle/>
          <a:p>
            <a:r>
              <a:rPr lang="en-US" dirty="0"/>
              <a:t>Multimodal vs Orchestration</a:t>
            </a:r>
          </a:p>
        </p:txBody>
      </p:sp>
      <p:sp>
        <p:nvSpPr>
          <p:cNvPr id="3" name="Text Placeholder 2">
            <a:extLst>
              <a:ext uri="{FF2B5EF4-FFF2-40B4-BE49-F238E27FC236}">
                <a16:creationId xmlns:a16="http://schemas.microsoft.com/office/drawing/2014/main" id="{5D88716D-98EA-659F-4ACA-DABC0EBC2631}"/>
              </a:ext>
            </a:extLst>
          </p:cNvPr>
          <p:cNvSpPr>
            <a:spLocks noGrp="1"/>
          </p:cNvSpPr>
          <p:nvPr>
            <p:ph type="body" sz="quarter" idx="10"/>
          </p:nvPr>
        </p:nvSpPr>
        <p:spPr/>
        <p:txBody>
          <a:bodyPr/>
          <a:lstStyle/>
          <a:p>
            <a:r>
              <a:rPr lang="en-US" dirty="0"/>
              <a:t>Common Multimodal Use Cases</a:t>
            </a:r>
          </a:p>
        </p:txBody>
      </p:sp>
      <p:sp>
        <p:nvSpPr>
          <p:cNvPr id="10" name="Rectangle 9">
            <a:extLst>
              <a:ext uri="{FF2B5EF4-FFF2-40B4-BE49-F238E27FC236}">
                <a16:creationId xmlns:a16="http://schemas.microsoft.com/office/drawing/2014/main" id="{02D3956E-CB81-7D2D-20C9-124BB32BC289}"/>
              </a:ext>
            </a:extLst>
          </p:cNvPr>
          <p:cNvSpPr/>
          <p:nvPr/>
        </p:nvSpPr>
        <p:spPr>
          <a:xfrm>
            <a:off x="7641771" y="3527660"/>
            <a:ext cx="4539343" cy="1408176"/>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Modality</a:t>
            </a:r>
          </a:p>
        </p:txBody>
      </p:sp>
      <p:sp>
        <p:nvSpPr>
          <p:cNvPr id="11" name="Rectangle 10">
            <a:extLst>
              <a:ext uri="{FF2B5EF4-FFF2-40B4-BE49-F238E27FC236}">
                <a16:creationId xmlns:a16="http://schemas.microsoft.com/office/drawing/2014/main" id="{EC6C0915-686D-2135-AE34-2C1DDF6B4787}"/>
              </a:ext>
            </a:extLst>
          </p:cNvPr>
          <p:cNvSpPr/>
          <p:nvPr/>
        </p:nvSpPr>
        <p:spPr>
          <a:xfrm>
            <a:off x="24394886" y="3662206"/>
            <a:ext cx="4539343" cy="1408176"/>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Orchestration</a:t>
            </a:r>
          </a:p>
        </p:txBody>
      </p:sp>
      <p:grpSp>
        <p:nvGrpSpPr>
          <p:cNvPr id="23" name="Group 22">
            <a:extLst>
              <a:ext uri="{FF2B5EF4-FFF2-40B4-BE49-F238E27FC236}">
                <a16:creationId xmlns:a16="http://schemas.microsoft.com/office/drawing/2014/main" id="{3C01D22A-E8E2-FAE1-97C5-32E5D6A6B8CF}"/>
              </a:ext>
            </a:extLst>
          </p:cNvPr>
          <p:cNvGrpSpPr/>
          <p:nvPr/>
        </p:nvGrpSpPr>
        <p:grpSpPr>
          <a:xfrm>
            <a:off x="-509020" y="5507544"/>
            <a:ext cx="20701033" cy="12594093"/>
            <a:chOff x="0" y="7315199"/>
            <a:chExt cx="19278600" cy="11001828"/>
          </a:xfrm>
        </p:grpSpPr>
        <p:graphicFrame>
          <p:nvGraphicFramePr>
            <p:cNvPr id="15" name="Diagram 14">
              <a:extLst>
                <a:ext uri="{FF2B5EF4-FFF2-40B4-BE49-F238E27FC236}">
                  <a16:creationId xmlns:a16="http://schemas.microsoft.com/office/drawing/2014/main" id="{300F3187-2F46-E792-0F18-64E29F258A65}"/>
                </a:ext>
              </a:extLst>
            </p:cNvPr>
            <p:cNvGraphicFramePr/>
            <p:nvPr>
              <p:extLst>
                <p:ext uri="{D42A27DB-BD31-4B8C-83A1-F6EECF244321}">
                  <p14:modId xmlns:p14="http://schemas.microsoft.com/office/powerpoint/2010/main" val="3089020613"/>
                </p:ext>
              </p:extLst>
            </p:nvPr>
          </p:nvGraphicFramePr>
          <p:xfrm>
            <a:off x="0" y="7315199"/>
            <a:ext cx="19278600" cy="110018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6" name="Graphic 15" descr="Brain with solid fill">
              <a:extLst>
                <a:ext uri="{FF2B5EF4-FFF2-40B4-BE49-F238E27FC236}">
                  <a16:creationId xmlns:a16="http://schemas.microsoft.com/office/drawing/2014/main" id="{D0841028-BF09-FE4D-6930-EB83628181C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371113" y="11767861"/>
              <a:ext cx="2478677" cy="2478677"/>
            </a:xfrm>
            <a:prstGeom prst="rect">
              <a:avLst/>
            </a:prstGeom>
          </p:spPr>
        </p:pic>
        <p:pic>
          <p:nvPicPr>
            <p:cNvPr id="18" name="Graphic 17" descr="Nose with solid fill">
              <a:extLst>
                <a:ext uri="{FF2B5EF4-FFF2-40B4-BE49-F238E27FC236}">
                  <a16:creationId xmlns:a16="http://schemas.microsoft.com/office/drawing/2014/main" id="{C74A5799-EEF9-1077-AC71-6CCF0E7D715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3508175" y="11167537"/>
              <a:ext cx="1413572" cy="1413572"/>
            </a:xfrm>
            <a:prstGeom prst="rect">
              <a:avLst/>
            </a:prstGeom>
          </p:spPr>
        </p:pic>
        <p:pic>
          <p:nvPicPr>
            <p:cNvPr id="19" name="Graphic 18" descr="Tongue with solid fill">
              <a:extLst>
                <a:ext uri="{FF2B5EF4-FFF2-40B4-BE49-F238E27FC236}">
                  <a16:creationId xmlns:a16="http://schemas.microsoft.com/office/drawing/2014/main" id="{ADDB4B5F-A272-FBBA-C160-CA4FD0E1E36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1701471" y="16210771"/>
              <a:ext cx="1413572" cy="1413572"/>
            </a:xfrm>
            <a:prstGeom prst="rect">
              <a:avLst/>
            </a:prstGeom>
          </p:spPr>
        </p:pic>
        <p:pic>
          <p:nvPicPr>
            <p:cNvPr id="20" name="Graphic 19" descr="Ear with solid fill">
              <a:extLst>
                <a:ext uri="{FF2B5EF4-FFF2-40B4-BE49-F238E27FC236}">
                  <a16:creationId xmlns:a16="http://schemas.microsoft.com/office/drawing/2014/main" id="{56393BC2-FB1A-81BA-27F7-E50408A5172D}"/>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177152" y="16073409"/>
              <a:ext cx="1413572" cy="1413572"/>
            </a:xfrm>
            <a:prstGeom prst="rect">
              <a:avLst/>
            </a:prstGeom>
          </p:spPr>
        </p:pic>
        <p:pic>
          <p:nvPicPr>
            <p:cNvPr id="21" name="Graphic 20" descr="Handshake with solid fill">
              <a:extLst>
                <a:ext uri="{FF2B5EF4-FFF2-40B4-BE49-F238E27FC236}">
                  <a16:creationId xmlns:a16="http://schemas.microsoft.com/office/drawing/2014/main" id="{C55E08C1-B605-4451-0F84-1D10D36A5252}"/>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468566" y="11167537"/>
              <a:ext cx="1413572" cy="1413572"/>
            </a:xfrm>
            <a:prstGeom prst="rect">
              <a:avLst/>
            </a:prstGeom>
          </p:spPr>
        </p:pic>
        <p:pic>
          <p:nvPicPr>
            <p:cNvPr id="22" name="Graphic 21" descr="Eye with solid fill">
              <a:extLst>
                <a:ext uri="{FF2B5EF4-FFF2-40B4-BE49-F238E27FC236}">
                  <a16:creationId xmlns:a16="http://schemas.microsoft.com/office/drawing/2014/main" id="{512DDA26-7C55-11DA-4963-B2E3CB5A5A02}"/>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8965171" y="8095301"/>
              <a:ext cx="1413572" cy="1413572"/>
            </a:xfrm>
            <a:prstGeom prst="rect">
              <a:avLst/>
            </a:prstGeom>
          </p:spPr>
        </p:pic>
      </p:grpSp>
      <p:pic>
        <p:nvPicPr>
          <p:cNvPr id="25" name="Graphic 24" descr="User with solid fill">
            <a:extLst>
              <a:ext uri="{FF2B5EF4-FFF2-40B4-BE49-F238E27FC236}">
                <a16:creationId xmlns:a16="http://schemas.microsoft.com/office/drawing/2014/main" id="{12F89C02-978D-B151-1810-2CEB3219B53D}"/>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25402599" y="5889809"/>
            <a:ext cx="2286000" cy="2286000"/>
          </a:xfrm>
          <a:prstGeom prst="rect">
            <a:avLst/>
          </a:prstGeom>
        </p:spPr>
      </p:pic>
      <p:grpSp>
        <p:nvGrpSpPr>
          <p:cNvPr id="33" name="Group 32">
            <a:extLst>
              <a:ext uri="{FF2B5EF4-FFF2-40B4-BE49-F238E27FC236}">
                <a16:creationId xmlns:a16="http://schemas.microsoft.com/office/drawing/2014/main" id="{3FA05820-F96B-E440-EA7B-1A8FF2925E56}"/>
              </a:ext>
            </a:extLst>
          </p:cNvPr>
          <p:cNvGrpSpPr/>
          <p:nvPr/>
        </p:nvGrpSpPr>
        <p:grpSpPr>
          <a:xfrm>
            <a:off x="20145861" y="8349128"/>
            <a:ext cx="12576751" cy="8802332"/>
            <a:chOff x="20145861" y="8349128"/>
            <a:chExt cx="12576751" cy="8802332"/>
          </a:xfrm>
        </p:grpSpPr>
        <p:grpSp>
          <p:nvGrpSpPr>
            <p:cNvPr id="8" name="Group 7">
              <a:extLst>
                <a:ext uri="{FF2B5EF4-FFF2-40B4-BE49-F238E27FC236}">
                  <a16:creationId xmlns:a16="http://schemas.microsoft.com/office/drawing/2014/main" id="{9FC84A27-FF57-01D5-81C1-E18614F4F24C}"/>
                </a:ext>
              </a:extLst>
            </p:cNvPr>
            <p:cNvGrpSpPr/>
            <p:nvPr/>
          </p:nvGrpSpPr>
          <p:grpSpPr>
            <a:xfrm>
              <a:off x="22576220" y="14256630"/>
              <a:ext cx="2712901" cy="2743200"/>
              <a:chOff x="22017689" y="12416143"/>
              <a:chExt cx="2712901" cy="2743200"/>
            </a:xfrm>
          </p:grpSpPr>
          <p:pic>
            <p:nvPicPr>
              <p:cNvPr id="29" name="Graphic 28" descr="Robot with solid fill">
                <a:extLst>
                  <a:ext uri="{FF2B5EF4-FFF2-40B4-BE49-F238E27FC236}">
                    <a16:creationId xmlns:a16="http://schemas.microsoft.com/office/drawing/2014/main" id="{0E8E82E7-B731-7167-F96A-31827A05C2E7}"/>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22444590" y="12873343"/>
                <a:ext cx="2286000" cy="2286000"/>
              </a:xfrm>
              <a:prstGeom prst="rect">
                <a:avLst/>
              </a:prstGeom>
            </p:spPr>
          </p:pic>
          <p:pic>
            <p:nvPicPr>
              <p:cNvPr id="32" name="Graphic 31" descr="Document with solid fill">
                <a:extLst>
                  <a:ext uri="{FF2B5EF4-FFF2-40B4-BE49-F238E27FC236}">
                    <a16:creationId xmlns:a16="http://schemas.microsoft.com/office/drawing/2014/main" id="{F580F7AA-054C-2BFF-7534-ECFE5A1623A9}"/>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22017689" y="12416143"/>
                <a:ext cx="914400" cy="914400"/>
              </a:xfrm>
              <a:prstGeom prst="rect">
                <a:avLst/>
              </a:prstGeom>
            </p:spPr>
          </p:pic>
        </p:grpSp>
        <p:grpSp>
          <p:nvGrpSpPr>
            <p:cNvPr id="7" name="Group 6">
              <a:extLst>
                <a:ext uri="{FF2B5EF4-FFF2-40B4-BE49-F238E27FC236}">
                  <a16:creationId xmlns:a16="http://schemas.microsoft.com/office/drawing/2014/main" id="{926D5BEA-749E-8144-58EB-BE80E8A1D6C8}"/>
                </a:ext>
              </a:extLst>
            </p:cNvPr>
            <p:cNvGrpSpPr/>
            <p:nvPr/>
          </p:nvGrpSpPr>
          <p:grpSpPr>
            <a:xfrm>
              <a:off x="20145861" y="14269226"/>
              <a:ext cx="2364257" cy="2882234"/>
              <a:chOff x="19030285" y="12277109"/>
              <a:chExt cx="2364257" cy="2882234"/>
            </a:xfrm>
          </p:grpSpPr>
          <p:pic>
            <p:nvPicPr>
              <p:cNvPr id="28" name="Graphic 27" descr="Robot with solid fill">
                <a:extLst>
                  <a:ext uri="{FF2B5EF4-FFF2-40B4-BE49-F238E27FC236}">
                    <a16:creationId xmlns:a16="http://schemas.microsoft.com/office/drawing/2014/main" id="{69121336-5B43-2707-71BC-187AE04B8D32}"/>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9108542" y="12873343"/>
                <a:ext cx="2286000" cy="2286000"/>
              </a:xfrm>
              <a:prstGeom prst="rect">
                <a:avLst/>
              </a:prstGeom>
            </p:spPr>
          </p:pic>
          <p:pic>
            <p:nvPicPr>
              <p:cNvPr id="34" name="Graphic 33" descr="Images with solid fill">
                <a:extLst>
                  <a:ext uri="{FF2B5EF4-FFF2-40B4-BE49-F238E27FC236}">
                    <a16:creationId xmlns:a16="http://schemas.microsoft.com/office/drawing/2014/main" id="{901A9BD5-6CA7-2666-29D7-5BC153C46A04}"/>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19030285" y="12277109"/>
                <a:ext cx="914400" cy="914400"/>
              </a:xfrm>
              <a:prstGeom prst="rect">
                <a:avLst/>
              </a:prstGeom>
            </p:spPr>
          </p:pic>
        </p:grpSp>
        <p:grpSp>
          <p:nvGrpSpPr>
            <p:cNvPr id="5" name="Group 4">
              <a:extLst>
                <a:ext uri="{FF2B5EF4-FFF2-40B4-BE49-F238E27FC236}">
                  <a16:creationId xmlns:a16="http://schemas.microsoft.com/office/drawing/2014/main" id="{CD2F40FB-6E98-94B6-34B6-E8A5D43E8871}"/>
                </a:ext>
              </a:extLst>
            </p:cNvPr>
            <p:cNvGrpSpPr/>
            <p:nvPr/>
          </p:nvGrpSpPr>
          <p:grpSpPr>
            <a:xfrm>
              <a:off x="20667437" y="8411334"/>
              <a:ext cx="2478557" cy="2649087"/>
              <a:chOff x="20058985" y="8686800"/>
              <a:chExt cx="2478557" cy="2649087"/>
            </a:xfrm>
          </p:grpSpPr>
          <p:pic>
            <p:nvPicPr>
              <p:cNvPr id="27" name="Graphic 26" descr="Robot with solid fill">
                <a:extLst>
                  <a:ext uri="{FF2B5EF4-FFF2-40B4-BE49-F238E27FC236}">
                    <a16:creationId xmlns:a16="http://schemas.microsoft.com/office/drawing/2014/main" id="{4B6B549A-73C8-0DA5-4CBE-0519ADCABC43}"/>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20251542" y="9049887"/>
                <a:ext cx="2286000" cy="2286000"/>
              </a:xfrm>
              <a:prstGeom prst="rect">
                <a:avLst/>
              </a:prstGeom>
            </p:spPr>
          </p:pic>
          <p:pic>
            <p:nvPicPr>
              <p:cNvPr id="36" name="Graphic 35" descr="Clapper board with solid fill">
                <a:extLst>
                  <a:ext uri="{FF2B5EF4-FFF2-40B4-BE49-F238E27FC236}">
                    <a16:creationId xmlns:a16="http://schemas.microsoft.com/office/drawing/2014/main" id="{CCBB9B62-608E-B492-4B05-DD0A0B4AD18D}"/>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20058985" y="8686800"/>
                <a:ext cx="914400" cy="914400"/>
              </a:xfrm>
              <a:prstGeom prst="rect">
                <a:avLst/>
              </a:prstGeom>
            </p:spPr>
          </p:pic>
        </p:grpSp>
        <p:grpSp>
          <p:nvGrpSpPr>
            <p:cNvPr id="9" name="Group 8">
              <a:extLst>
                <a:ext uri="{FF2B5EF4-FFF2-40B4-BE49-F238E27FC236}">
                  <a16:creationId xmlns:a16="http://schemas.microsoft.com/office/drawing/2014/main" id="{787EA265-C865-0A72-D7BF-6136B6100B05}"/>
                </a:ext>
              </a:extLst>
            </p:cNvPr>
            <p:cNvGrpSpPr/>
            <p:nvPr/>
          </p:nvGrpSpPr>
          <p:grpSpPr>
            <a:xfrm>
              <a:off x="30015455" y="8349128"/>
              <a:ext cx="2707157" cy="2514409"/>
              <a:chOff x="29851528" y="8546012"/>
              <a:chExt cx="2707157" cy="2514409"/>
            </a:xfrm>
          </p:grpSpPr>
          <p:pic>
            <p:nvPicPr>
              <p:cNvPr id="30" name="Graphic 29" descr="Robot with solid fill">
                <a:extLst>
                  <a:ext uri="{FF2B5EF4-FFF2-40B4-BE49-F238E27FC236}">
                    <a16:creationId xmlns:a16="http://schemas.microsoft.com/office/drawing/2014/main" id="{D6BD68A0-10DA-039C-5C11-E325BC4BC019}"/>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30272685" y="8774421"/>
                <a:ext cx="2286000" cy="2286000"/>
              </a:xfrm>
              <a:prstGeom prst="rect">
                <a:avLst/>
              </a:prstGeom>
            </p:spPr>
          </p:pic>
          <p:pic>
            <p:nvPicPr>
              <p:cNvPr id="40" name="Graphic 39" descr="Volume with solid fill">
                <a:extLst>
                  <a:ext uri="{FF2B5EF4-FFF2-40B4-BE49-F238E27FC236}">
                    <a16:creationId xmlns:a16="http://schemas.microsoft.com/office/drawing/2014/main" id="{DC54DBAE-DB1D-E33C-3418-79AEFAA099D7}"/>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29851528" y="8546012"/>
                <a:ext cx="914400" cy="914400"/>
              </a:xfrm>
              <a:prstGeom prst="rect">
                <a:avLst/>
              </a:prstGeom>
            </p:spPr>
          </p:pic>
        </p:grpSp>
        <p:grpSp>
          <p:nvGrpSpPr>
            <p:cNvPr id="6" name="Group 5">
              <a:extLst>
                <a:ext uri="{FF2B5EF4-FFF2-40B4-BE49-F238E27FC236}">
                  <a16:creationId xmlns:a16="http://schemas.microsoft.com/office/drawing/2014/main" id="{1615362A-0114-4570-641B-39DD802145BB}"/>
                </a:ext>
              </a:extLst>
            </p:cNvPr>
            <p:cNvGrpSpPr/>
            <p:nvPr/>
          </p:nvGrpSpPr>
          <p:grpSpPr>
            <a:xfrm>
              <a:off x="29670261" y="14157772"/>
              <a:ext cx="2503344" cy="2743200"/>
              <a:chOff x="27071325" y="12416143"/>
              <a:chExt cx="2503344" cy="2743200"/>
            </a:xfrm>
          </p:grpSpPr>
          <p:pic>
            <p:nvPicPr>
              <p:cNvPr id="42" name="Graphic 41" descr="Bar chart with solid fill">
                <a:extLst>
                  <a:ext uri="{FF2B5EF4-FFF2-40B4-BE49-F238E27FC236}">
                    <a16:creationId xmlns:a16="http://schemas.microsoft.com/office/drawing/2014/main" id="{9BBB8734-9CBE-A84D-705A-0BAA2730565A}"/>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27071325" y="12416143"/>
                <a:ext cx="914400" cy="914400"/>
              </a:xfrm>
              <a:prstGeom prst="rect">
                <a:avLst/>
              </a:prstGeom>
            </p:spPr>
          </p:pic>
          <p:pic>
            <p:nvPicPr>
              <p:cNvPr id="43" name="Graphic 42" descr="Robot with solid fill">
                <a:extLst>
                  <a:ext uri="{FF2B5EF4-FFF2-40B4-BE49-F238E27FC236}">
                    <a16:creationId xmlns:a16="http://schemas.microsoft.com/office/drawing/2014/main" id="{FA153FCE-97A8-E046-E17B-C22CB48A0A1C}"/>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27288669" y="12873343"/>
                <a:ext cx="2286000" cy="2286000"/>
              </a:xfrm>
              <a:prstGeom prst="rect">
                <a:avLst/>
              </a:prstGeom>
            </p:spPr>
          </p:pic>
        </p:grpSp>
      </p:grpSp>
    </p:spTree>
    <p:extLst>
      <p:ext uri="{BB962C8B-B14F-4D97-AF65-F5344CB8AC3E}">
        <p14:creationId xmlns:p14="http://schemas.microsoft.com/office/powerpoint/2010/main" val="24173029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CAE76B-19B2-46FF-A08B-3014226D9367}"/>
              </a:ext>
            </a:extLst>
          </p:cNvPr>
          <p:cNvSpPr>
            <a:spLocks noGrp="1"/>
          </p:cNvSpPr>
          <p:nvPr>
            <p:ph type="body" sz="quarter" idx="13"/>
          </p:nvPr>
        </p:nvSpPr>
        <p:spPr>
          <a:xfrm>
            <a:off x="1473200" y="1865313"/>
            <a:ext cx="18476913" cy="5943600"/>
          </a:xfrm>
        </p:spPr>
        <p:txBody>
          <a:bodyPr/>
          <a:lstStyle/>
          <a:p>
            <a:r>
              <a:rPr lang="en-US" dirty="0"/>
              <a:t>Lab 1a – Early and Late Fusion</a:t>
            </a:r>
          </a:p>
        </p:txBody>
      </p:sp>
    </p:spTree>
    <p:extLst>
      <p:ext uri="{BB962C8B-B14F-4D97-AF65-F5344CB8AC3E}">
        <p14:creationId xmlns:p14="http://schemas.microsoft.com/office/powerpoint/2010/main" val="15237882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41809-6C6F-6D9E-8BE2-01E7CB61C91C}"/>
              </a:ext>
            </a:extLst>
          </p:cNvPr>
          <p:cNvSpPr>
            <a:spLocks noGrp="1"/>
          </p:cNvSpPr>
          <p:nvPr>
            <p:ph type="title"/>
          </p:nvPr>
        </p:nvSpPr>
        <p:spPr/>
        <p:txBody>
          <a:bodyPr/>
          <a:lstStyle/>
          <a:p>
            <a:r>
              <a:rPr lang="en-US" dirty="0"/>
              <a:t>Using LiDAR Data</a:t>
            </a:r>
          </a:p>
        </p:txBody>
      </p:sp>
      <p:sp>
        <p:nvSpPr>
          <p:cNvPr id="3" name="Text Placeholder 2">
            <a:extLst>
              <a:ext uri="{FF2B5EF4-FFF2-40B4-BE49-F238E27FC236}">
                <a16:creationId xmlns:a16="http://schemas.microsoft.com/office/drawing/2014/main" id="{5D88716D-98EA-659F-4ACA-DABC0EBC2631}"/>
              </a:ext>
            </a:extLst>
          </p:cNvPr>
          <p:cNvSpPr>
            <a:spLocks noGrp="1"/>
          </p:cNvSpPr>
          <p:nvPr>
            <p:ph type="body" sz="quarter" idx="10"/>
          </p:nvPr>
        </p:nvSpPr>
        <p:spPr/>
        <p:txBody>
          <a:bodyPr/>
          <a:lstStyle/>
          <a:p>
            <a:endParaRPr lang="en-US" dirty="0"/>
          </a:p>
        </p:txBody>
      </p:sp>
      <p:pic>
        <p:nvPicPr>
          <p:cNvPr id="2050" name="Picture 2" descr="Leading Lidar Sensor Makers Build on NVIDIA DRIVE | NVIDIA Blog">
            <a:extLst>
              <a:ext uri="{FF2B5EF4-FFF2-40B4-BE49-F238E27FC236}">
                <a16:creationId xmlns:a16="http://schemas.microsoft.com/office/drawing/2014/main" id="{0BA4F8D7-5E00-CD5C-855F-215E4CE1A7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5489" y="3227351"/>
            <a:ext cx="29345021" cy="155895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2869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41809-6C6F-6D9E-8BE2-01E7CB61C91C}"/>
              </a:ext>
            </a:extLst>
          </p:cNvPr>
          <p:cNvSpPr>
            <a:spLocks noGrp="1"/>
          </p:cNvSpPr>
          <p:nvPr>
            <p:ph type="title"/>
          </p:nvPr>
        </p:nvSpPr>
        <p:spPr/>
        <p:txBody>
          <a:bodyPr/>
          <a:lstStyle/>
          <a:p>
            <a:r>
              <a:rPr lang="en-US" dirty="0"/>
              <a:t>LiDAR vs Camera</a:t>
            </a:r>
          </a:p>
        </p:txBody>
      </p:sp>
      <p:sp>
        <p:nvSpPr>
          <p:cNvPr id="3" name="Text Placeholder 2">
            <a:extLst>
              <a:ext uri="{FF2B5EF4-FFF2-40B4-BE49-F238E27FC236}">
                <a16:creationId xmlns:a16="http://schemas.microsoft.com/office/drawing/2014/main" id="{5D88716D-98EA-659F-4ACA-DABC0EBC2631}"/>
              </a:ext>
            </a:extLst>
          </p:cNvPr>
          <p:cNvSpPr>
            <a:spLocks noGrp="1"/>
          </p:cNvSpPr>
          <p:nvPr>
            <p:ph type="body" sz="quarter" idx="10"/>
          </p:nvPr>
        </p:nvSpPr>
        <p:spPr/>
        <p:txBody>
          <a:bodyPr/>
          <a:lstStyle/>
          <a:p>
            <a:r>
              <a:rPr lang="en-US" dirty="0"/>
              <a:t>Common Multimodal Use Cases</a:t>
            </a:r>
          </a:p>
        </p:txBody>
      </p:sp>
      <p:pic>
        <p:nvPicPr>
          <p:cNvPr id="13" name="Picture 12" descr="A group of objects on a black background&#10;&#10;Description automatically generated">
            <a:extLst>
              <a:ext uri="{FF2B5EF4-FFF2-40B4-BE49-F238E27FC236}">
                <a16:creationId xmlns:a16="http://schemas.microsoft.com/office/drawing/2014/main" id="{008B6E2B-E0C8-756E-2D00-F59747983B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74722" y="3912830"/>
            <a:ext cx="15512716" cy="15512716"/>
          </a:xfrm>
          <a:prstGeom prst="rect">
            <a:avLst/>
          </a:prstGeom>
        </p:spPr>
      </p:pic>
      <p:pic>
        <p:nvPicPr>
          <p:cNvPr id="46" name="Picture 45">
            <a:extLst>
              <a:ext uri="{FF2B5EF4-FFF2-40B4-BE49-F238E27FC236}">
                <a16:creationId xmlns:a16="http://schemas.microsoft.com/office/drawing/2014/main" id="{69CDF95B-8979-5C56-DFBD-37712EBA1B6D}"/>
              </a:ext>
            </a:extLst>
          </p:cNvPr>
          <p:cNvPicPr>
            <a:picLocks noChangeAspect="1"/>
          </p:cNvPicPr>
          <p:nvPr/>
        </p:nvPicPr>
        <p:blipFill>
          <a:blip r:embed="rId4"/>
          <a:srcRect l="8859" t="19593" r="8286" b="12616"/>
          <a:stretch/>
        </p:blipFill>
        <p:spPr>
          <a:xfrm>
            <a:off x="22089193" y="3543300"/>
            <a:ext cx="11012085" cy="9009888"/>
          </a:xfrm>
          <a:prstGeom prst="rect">
            <a:avLst/>
          </a:prstGeom>
        </p:spPr>
      </p:pic>
      <p:pic>
        <p:nvPicPr>
          <p:cNvPr id="1028" name="Picture 4">
            <a:extLst>
              <a:ext uri="{FF2B5EF4-FFF2-40B4-BE49-F238E27FC236}">
                <a16:creationId xmlns:a16="http://schemas.microsoft.com/office/drawing/2014/main" id="{B7597DC2-D1CF-ED70-1762-AFDCAB391DA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064298" y="12201144"/>
            <a:ext cx="7061877" cy="7044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55479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41809-6C6F-6D9E-8BE2-01E7CB61C91C}"/>
              </a:ext>
            </a:extLst>
          </p:cNvPr>
          <p:cNvSpPr>
            <a:spLocks noGrp="1"/>
          </p:cNvSpPr>
          <p:nvPr>
            <p:ph type="title"/>
          </p:nvPr>
        </p:nvSpPr>
        <p:spPr/>
        <p:txBody>
          <a:bodyPr/>
          <a:lstStyle/>
          <a:p>
            <a:r>
              <a:rPr lang="en-US" dirty="0"/>
              <a:t>Azimuth and Zenith</a:t>
            </a:r>
          </a:p>
        </p:txBody>
      </p:sp>
      <p:sp>
        <p:nvSpPr>
          <p:cNvPr id="3" name="Text Placeholder 2">
            <a:extLst>
              <a:ext uri="{FF2B5EF4-FFF2-40B4-BE49-F238E27FC236}">
                <a16:creationId xmlns:a16="http://schemas.microsoft.com/office/drawing/2014/main" id="{5D88716D-98EA-659F-4ACA-DABC0EBC2631}"/>
              </a:ext>
            </a:extLst>
          </p:cNvPr>
          <p:cNvSpPr>
            <a:spLocks noGrp="1"/>
          </p:cNvSpPr>
          <p:nvPr>
            <p:ph type="body" sz="quarter" idx="10"/>
          </p:nvPr>
        </p:nvSpPr>
        <p:spPr/>
        <p:txBody>
          <a:bodyPr/>
          <a:lstStyle/>
          <a:p>
            <a:r>
              <a:rPr lang="en-US" dirty="0"/>
              <a:t>Finding Stars</a:t>
            </a:r>
          </a:p>
        </p:txBody>
      </p:sp>
      <p:grpSp>
        <p:nvGrpSpPr>
          <p:cNvPr id="75" name="Group 74">
            <a:extLst>
              <a:ext uri="{FF2B5EF4-FFF2-40B4-BE49-F238E27FC236}">
                <a16:creationId xmlns:a16="http://schemas.microsoft.com/office/drawing/2014/main" id="{C788662B-88EC-80D3-BE51-345EC9173172}"/>
              </a:ext>
            </a:extLst>
          </p:cNvPr>
          <p:cNvGrpSpPr/>
          <p:nvPr/>
        </p:nvGrpSpPr>
        <p:grpSpPr>
          <a:xfrm>
            <a:off x="10191518" y="3101307"/>
            <a:ext cx="23746123" cy="21227287"/>
            <a:chOff x="8293619" y="2514601"/>
            <a:chExt cx="23746123" cy="21227287"/>
          </a:xfrm>
        </p:grpSpPr>
        <p:sp>
          <p:nvSpPr>
            <p:cNvPr id="5" name="Rectangle 4">
              <a:extLst>
                <a:ext uri="{FF2B5EF4-FFF2-40B4-BE49-F238E27FC236}">
                  <a16:creationId xmlns:a16="http://schemas.microsoft.com/office/drawing/2014/main" id="{6B2A769F-834D-7F67-245D-E30567C2CF31}"/>
                </a:ext>
              </a:extLst>
            </p:cNvPr>
            <p:cNvSpPr/>
            <p:nvPr/>
          </p:nvSpPr>
          <p:spPr>
            <a:xfrm>
              <a:off x="8373877" y="7958418"/>
              <a:ext cx="18247360" cy="14402916"/>
            </a:xfrm>
            <a:prstGeom prst="rect">
              <a:avLst/>
            </a:prstGeom>
            <a:solidFill>
              <a:schemeClr val="tx2">
                <a:lumMod val="75000"/>
              </a:schemeClr>
            </a:solidFill>
            <a:ln>
              <a:noFill/>
            </a:ln>
            <a:scene3d>
              <a:camera prst="isometricOffAxis2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6" name="Oval 5">
              <a:extLst>
                <a:ext uri="{FF2B5EF4-FFF2-40B4-BE49-F238E27FC236}">
                  <a16:creationId xmlns:a16="http://schemas.microsoft.com/office/drawing/2014/main" id="{A89573DB-F4D4-B60A-4459-017778645A8E}"/>
                </a:ext>
              </a:extLst>
            </p:cNvPr>
            <p:cNvSpPr/>
            <p:nvPr/>
          </p:nvSpPr>
          <p:spPr>
            <a:xfrm>
              <a:off x="12344400" y="9779000"/>
              <a:ext cx="10769600" cy="10769600"/>
            </a:xfrm>
            <a:prstGeom prst="ellipse">
              <a:avLst/>
            </a:prstGeom>
            <a:noFill/>
            <a:ln w="254000">
              <a:solidFill>
                <a:schemeClr val="bg1"/>
              </a:solidFill>
            </a:ln>
            <a:scene3d>
              <a:camera prst="isometricOffAxis2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cxnSp>
          <p:nvCxnSpPr>
            <p:cNvPr id="8" name="Straight Arrow Connector 7">
              <a:extLst>
                <a:ext uri="{FF2B5EF4-FFF2-40B4-BE49-F238E27FC236}">
                  <a16:creationId xmlns:a16="http://schemas.microsoft.com/office/drawing/2014/main" id="{3A1E18EF-330E-F87E-B033-8DE72BB78A54}"/>
                </a:ext>
              </a:extLst>
            </p:cNvPr>
            <p:cNvCxnSpPr>
              <a:cxnSpLocks/>
            </p:cNvCxnSpPr>
            <p:nvPr/>
          </p:nvCxnSpPr>
          <p:spPr>
            <a:xfrm flipV="1">
              <a:off x="22250400" y="2514601"/>
              <a:ext cx="0" cy="19710400"/>
            </a:xfrm>
            <a:prstGeom prst="straightConnector1">
              <a:avLst/>
            </a:prstGeom>
            <a:ln w="190500">
              <a:solidFill>
                <a:schemeClr val="bg1"/>
              </a:solidFill>
              <a:tailEnd type="triangle"/>
            </a:ln>
            <a:scene3d>
              <a:camera prst="isometricOffAxis2Top"/>
              <a:lightRig rig="threePt" dir="t"/>
            </a:scene3d>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6F0C7FD-CE2F-686B-85A4-EE37040B6591}"/>
                </a:ext>
              </a:extLst>
            </p:cNvPr>
            <p:cNvCxnSpPr>
              <a:cxnSpLocks/>
            </p:cNvCxnSpPr>
            <p:nvPr/>
          </p:nvCxnSpPr>
          <p:spPr>
            <a:xfrm flipV="1">
              <a:off x="17780000" y="5167884"/>
              <a:ext cx="0" cy="9730231"/>
            </a:xfrm>
            <a:prstGeom prst="straightConnector1">
              <a:avLst/>
            </a:prstGeom>
            <a:ln w="1905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884B76E-5400-18D9-2EFF-678823B2EC2E}"/>
                </a:ext>
              </a:extLst>
            </p:cNvPr>
            <p:cNvSpPr txBox="1"/>
            <p:nvPr/>
          </p:nvSpPr>
          <p:spPr>
            <a:xfrm>
              <a:off x="22883042" y="8306661"/>
              <a:ext cx="9156700" cy="1015663"/>
            </a:xfrm>
            <a:prstGeom prst="rect">
              <a:avLst/>
            </a:prstGeom>
            <a:noFill/>
          </p:spPr>
          <p:txBody>
            <a:bodyPr wrap="square" rtlCol="0">
              <a:spAutoFit/>
            </a:bodyPr>
            <a:lstStyle/>
            <a:p>
              <a:pPr algn="ctr"/>
              <a:r>
                <a:rPr lang="en-US" sz="6000" dirty="0">
                  <a:solidFill>
                    <a:schemeClr val="bg1"/>
                  </a:solidFill>
                  <a:latin typeface="NVIDIA Sans" panose="020B0503020203020204" pitchFamily="34" charset="0"/>
                  <a:cs typeface="NVIDIA Sans" panose="020B0503020203020204" pitchFamily="34" charset="0"/>
                </a:rPr>
                <a:t>Point of Reference</a:t>
              </a:r>
            </a:p>
          </p:txBody>
        </p:sp>
        <p:sp>
          <p:nvSpPr>
            <p:cNvPr id="19" name="TextBox 18">
              <a:extLst>
                <a:ext uri="{FF2B5EF4-FFF2-40B4-BE49-F238E27FC236}">
                  <a16:creationId xmlns:a16="http://schemas.microsoft.com/office/drawing/2014/main" id="{2A6461D0-15C9-D5FE-F89F-9DB6F24BCB0A}"/>
                </a:ext>
              </a:extLst>
            </p:cNvPr>
            <p:cNvSpPr txBox="1"/>
            <p:nvPr/>
          </p:nvSpPr>
          <p:spPr>
            <a:xfrm>
              <a:off x="14465300" y="3930309"/>
              <a:ext cx="6629400" cy="1015663"/>
            </a:xfrm>
            <a:prstGeom prst="rect">
              <a:avLst/>
            </a:prstGeom>
            <a:noFill/>
          </p:spPr>
          <p:txBody>
            <a:bodyPr wrap="square" rtlCol="0">
              <a:spAutoFit/>
            </a:bodyPr>
            <a:lstStyle/>
            <a:p>
              <a:pPr algn="ctr"/>
              <a:r>
                <a:rPr lang="en-US" sz="6000" dirty="0">
                  <a:solidFill>
                    <a:schemeClr val="bg1"/>
                  </a:solidFill>
                  <a:latin typeface="NVIDIA Sans" panose="020B0503020203020204" pitchFamily="34" charset="0"/>
                  <a:cs typeface="NVIDIA Sans" panose="020B0503020203020204" pitchFamily="34" charset="0"/>
                </a:rPr>
                <a:t>Zenith</a:t>
              </a:r>
            </a:p>
          </p:txBody>
        </p:sp>
        <p:cxnSp>
          <p:nvCxnSpPr>
            <p:cNvPr id="23" name="Straight Arrow Connector 22">
              <a:extLst>
                <a:ext uri="{FF2B5EF4-FFF2-40B4-BE49-F238E27FC236}">
                  <a16:creationId xmlns:a16="http://schemas.microsoft.com/office/drawing/2014/main" id="{E8AD8125-CEB7-8C5E-1F2A-256DD64C18BC}"/>
                </a:ext>
              </a:extLst>
            </p:cNvPr>
            <p:cNvCxnSpPr>
              <a:cxnSpLocks/>
            </p:cNvCxnSpPr>
            <p:nvPr/>
          </p:nvCxnSpPr>
          <p:spPr>
            <a:xfrm flipH="1" flipV="1">
              <a:off x="16570704" y="7897128"/>
              <a:ext cx="84168" cy="9928829"/>
            </a:xfrm>
            <a:prstGeom prst="straightConnector1">
              <a:avLst/>
            </a:prstGeom>
            <a:ln w="190500">
              <a:solidFill>
                <a:schemeClr val="bg1"/>
              </a:solidFill>
              <a:tailEnd type="triangle"/>
            </a:ln>
            <a:scene3d>
              <a:camera prst="orthographicFront">
                <a:rot lat="14400000" lon="0" rev="12600000"/>
              </a:camera>
              <a:lightRig rig="threePt" dir="t"/>
            </a:scene3d>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0F89C2E-C63E-5160-31C9-DBF65211B06A}"/>
                </a:ext>
              </a:extLst>
            </p:cNvPr>
            <p:cNvCxnSpPr>
              <a:cxnSpLocks/>
            </p:cNvCxnSpPr>
            <p:nvPr/>
          </p:nvCxnSpPr>
          <p:spPr>
            <a:xfrm flipH="1">
              <a:off x="15375104" y="10706792"/>
              <a:ext cx="20472" cy="5006902"/>
            </a:xfrm>
            <a:prstGeom prst="line">
              <a:avLst/>
            </a:prstGeom>
            <a:ln w="101600">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AF1A3F8-A070-55F7-C187-44E1A77229EB}"/>
                </a:ext>
              </a:extLst>
            </p:cNvPr>
            <p:cNvCxnSpPr>
              <a:cxnSpLocks/>
            </p:cNvCxnSpPr>
            <p:nvPr/>
          </p:nvCxnSpPr>
          <p:spPr>
            <a:xfrm flipH="1">
              <a:off x="14106526" y="14898115"/>
              <a:ext cx="3603624" cy="1416273"/>
            </a:xfrm>
            <a:prstGeom prst="line">
              <a:avLst/>
            </a:prstGeom>
            <a:ln w="101600">
              <a:solidFill>
                <a:schemeClr val="bg1"/>
              </a:solidFill>
              <a:prstDash val="lgDash"/>
            </a:ln>
          </p:spPr>
          <p:style>
            <a:lnRef idx="1">
              <a:schemeClr val="accent1"/>
            </a:lnRef>
            <a:fillRef idx="0">
              <a:schemeClr val="accent1"/>
            </a:fillRef>
            <a:effectRef idx="0">
              <a:schemeClr val="accent1"/>
            </a:effectRef>
            <a:fontRef idx="minor">
              <a:schemeClr val="tx1"/>
            </a:fontRef>
          </p:style>
        </p:cxnSp>
        <p:sp>
          <p:nvSpPr>
            <p:cNvPr id="36" name="Arc 35">
              <a:extLst>
                <a:ext uri="{FF2B5EF4-FFF2-40B4-BE49-F238E27FC236}">
                  <a16:creationId xmlns:a16="http://schemas.microsoft.com/office/drawing/2014/main" id="{B16ECC7C-E3A5-AC7E-072D-1165023C57C1}"/>
                </a:ext>
              </a:extLst>
            </p:cNvPr>
            <p:cNvSpPr/>
            <p:nvPr/>
          </p:nvSpPr>
          <p:spPr>
            <a:xfrm flipH="1">
              <a:off x="12272192" y="8886889"/>
              <a:ext cx="14854999" cy="14854999"/>
            </a:xfrm>
            <a:prstGeom prst="arc">
              <a:avLst/>
            </a:prstGeom>
            <a:ln w="190500">
              <a:solidFill>
                <a:schemeClr val="bg1"/>
              </a:solidFill>
            </a:ln>
            <a:scene3d>
              <a:camera prst="orthographicFront">
                <a:rot lat="0" lon="3600000" rev="0"/>
              </a:camera>
              <a:lightRig rig="threePt" dir="t"/>
            </a:scene3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7" name="Straight Connector 46">
              <a:extLst>
                <a:ext uri="{FF2B5EF4-FFF2-40B4-BE49-F238E27FC236}">
                  <a16:creationId xmlns:a16="http://schemas.microsoft.com/office/drawing/2014/main" id="{3955C808-239D-E07D-9B3D-24A75AA398D5}"/>
                </a:ext>
              </a:extLst>
            </p:cNvPr>
            <p:cNvCxnSpPr>
              <a:cxnSpLocks/>
            </p:cNvCxnSpPr>
            <p:nvPr/>
          </p:nvCxnSpPr>
          <p:spPr>
            <a:xfrm flipH="1">
              <a:off x="15373351" y="14379207"/>
              <a:ext cx="900847" cy="354045"/>
            </a:xfrm>
            <a:prstGeom prst="line">
              <a:avLst/>
            </a:prstGeom>
            <a:ln w="1016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E9E839AE-9571-0959-29AB-5575B06A2547}"/>
                </a:ext>
              </a:extLst>
            </p:cNvPr>
            <p:cNvCxnSpPr>
              <a:cxnSpLocks/>
            </p:cNvCxnSpPr>
            <p:nvPr/>
          </p:nvCxnSpPr>
          <p:spPr>
            <a:xfrm flipH="1">
              <a:off x="16218237" y="14492332"/>
              <a:ext cx="4167" cy="1019092"/>
            </a:xfrm>
            <a:prstGeom prst="line">
              <a:avLst/>
            </a:prstGeom>
            <a:ln w="1016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65" name="Arc 64">
              <a:extLst>
                <a:ext uri="{FF2B5EF4-FFF2-40B4-BE49-F238E27FC236}">
                  <a16:creationId xmlns:a16="http://schemas.microsoft.com/office/drawing/2014/main" id="{82FAC9E0-22BD-AC56-2B38-68371D4886E1}"/>
                </a:ext>
              </a:extLst>
            </p:cNvPr>
            <p:cNvSpPr/>
            <p:nvPr/>
          </p:nvSpPr>
          <p:spPr>
            <a:xfrm flipH="1">
              <a:off x="12989492" y="8706112"/>
              <a:ext cx="14854999" cy="14854999"/>
            </a:xfrm>
            <a:prstGeom prst="arc">
              <a:avLst>
                <a:gd name="adj1" fmla="val 18891141"/>
                <a:gd name="adj2" fmla="val 0"/>
              </a:avLst>
            </a:prstGeom>
            <a:noFill/>
            <a:ln w="317500">
              <a:gradFill>
                <a:gsLst>
                  <a:gs pos="0">
                    <a:schemeClr val="bg1"/>
                  </a:gs>
                  <a:gs pos="44000">
                    <a:schemeClr val="tx1"/>
                  </a:gs>
                </a:gsLst>
                <a:lin ang="5400000" scaled="1"/>
              </a:gradFill>
              <a:headEnd type="triangle"/>
            </a:ln>
            <a:scene3d>
              <a:camera prst="orthographicFront">
                <a:rot lat="0" lon="3600000" rev="0"/>
              </a:camera>
              <a:lightRig rig="threePt" dir="t"/>
            </a:scene3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6" name="TextBox 65">
              <a:extLst>
                <a:ext uri="{FF2B5EF4-FFF2-40B4-BE49-F238E27FC236}">
                  <a16:creationId xmlns:a16="http://schemas.microsoft.com/office/drawing/2014/main" id="{59937B24-5F28-7345-0C0A-0AEC16F77B57}"/>
                </a:ext>
              </a:extLst>
            </p:cNvPr>
            <p:cNvSpPr txBox="1"/>
            <p:nvPr/>
          </p:nvSpPr>
          <p:spPr>
            <a:xfrm>
              <a:off x="8293619" y="12702411"/>
              <a:ext cx="4696921" cy="1015663"/>
            </a:xfrm>
            <a:prstGeom prst="rect">
              <a:avLst/>
            </a:prstGeom>
            <a:solidFill>
              <a:schemeClr val="tx1"/>
            </a:solidFill>
          </p:spPr>
          <p:txBody>
            <a:bodyPr wrap="square" rtlCol="0">
              <a:spAutoFit/>
            </a:bodyPr>
            <a:lstStyle/>
            <a:p>
              <a:pPr algn="ctr"/>
              <a:r>
                <a:rPr lang="en-US" sz="6000" dirty="0">
                  <a:solidFill>
                    <a:schemeClr val="bg1"/>
                  </a:solidFill>
                  <a:latin typeface="NVIDIA Sans" panose="020B0503020203020204" pitchFamily="34" charset="0"/>
                  <a:cs typeface="NVIDIA Sans" panose="020B0503020203020204" pitchFamily="34" charset="0"/>
                </a:rPr>
                <a:t>Zenith Angle</a:t>
              </a:r>
            </a:p>
          </p:txBody>
        </p:sp>
        <p:sp>
          <p:nvSpPr>
            <p:cNvPr id="67" name="Arc 66">
              <a:extLst>
                <a:ext uri="{FF2B5EF4-FFF2-40B4-BE49-F238E27FC236}">
                  <a16:creationId xmlns:a16="http://schemas.microsoft.com/office/drawing/2014/main" id="{256A2B2F-0E05-ABEA-91EE-082B09FD4C66}"/>
                </a:ext>
              </a:extLst>
            </p:cNvPr>
            <p:cNvSpPr/>
            <p:nvPr/>
          </p:nvSpPr>
          <p:spPr>
            <a:xfrm>
              <a:off x="13333419" y="11125023"/>
              <a:ext cx="8878632" cy="7892766"/>
            </a:xfrm>
            <a:prstGeom prst="arc">
              <a:avLst>
                <a:gd name="adj1" fmla="val 15960360"/>
                <a:gd name="adj2" fmla="val 6405953"/>
              </a:avLst>
            </a:prstGeom>
            <a:ln w="317500">
              <a:solidFill>
                <a:schemeClr val="tx1">
                  <a:lumMod val="95000"/>
                </a:schemeClr>
              </a:solidFill>
              <a:tailEnd type="triangle"/>
            </a:ln>
            <a:scene3d>
              <a:camera prst="isometricOffAxis2Top"/>
              <a:lightRig rig="threePt" dir="t"/>
            </a:scene3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9" name="TextBox 68">
              <a:extLst>
                <a:ext uri="{FF2B5EF4-FFF2-40B4-BE49-F238E27FC236}">
                  <a16:creationId xmlns:a16="http://schemas.microsoft.com/office/drawing/2014/main" id="{E863D894-FC0B-4BC5-E678-9D94EF4EE895}"/>
                </a:ext>
              </a:extLst>
            </p:cNvPr>
            <p:cNvSpPr txBox="1"/>
            <p:nvPr/>
          </p:nvSpPr>
          <p:spPr>
            <a:xfrm>
              <a:off x="23260782" y="15717289"/>
              <a:ext cx="5620027" cy="1015663"/>
            </a:xfrm>
            <a:prstGeom prst="rect">
              <a:avLst/>
            </a:prstGeom>
            <a:solidFill>
              <a:schemeClr val="tx1"/>
            </a:solidFill>
          </p:spPr>
          <p:txBody>
            <a:bodyPr wrap="square" rtlCol="0">
              <a:spAutoFit/>
            </a:bodyPr>
            <a:lstStyle/>
            <a:p>
              <a:pPr algn="ctr"/>
              <a:r>
                <a:rPr lang="en-US" sz="6000" dirty="0">
                  <a:solidFill>
                    <a:schemeClr val="bg1"/>
                  </a:solidFill>
                  <a:latin typeface="NVIDIA Sans" panose="020B0503020203020204" pitchFamily="34" charset="0"/>
                  <a:cs typeface="NVIDIA Sans" panose="020B0503020203020204" pitchFamily="34" charset="0"/>
                </a:rPr>
                <a:t>Azimuth Angle</a:t>
              </a:r>
            </a:p>
          </p:txBody>
        </p:sp>
        <p:sp>
          <p:nvSpPr>
            <p:cNvPr id="72" name="Star: 5 Points 71">
              <a:extLst>
                <a:ext uri="{FF2B5EF4-FFF2-40B4-BE49-F238E27FC236}">
                  <a16:creationId xmlns:a16="http://schemas.microsoft.com/office/drawing/2014/main" id="{7B45AECB-04E0-D975-2CC1-2FA65607D472}"/>
                </a:ext>
              </a:extLst>
            </p:cNvPr>
            <p:cNvSpPr/>
            <p:nvPr/>
          </p:nvSpPr>
          <p:spPr>
            <a:xfrm>
              <a:off x="13746011" y="8591315"/>
              <a:ext cx="2084832" cy="2084832"/>
            </a:xfrm>
            <a:prstGeom prst="star5">
              <a:avLst/>
            </a:prstGeom>
            <a:solidFill>
              <a:schemeClr val="tx2">
                <a:lumMod val="60000"/>
                <a:lumOff val="40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73" name="TextBox 72">
              <a:extLst>
                <a:ext uri="{FF2B5EF4-FFF2-40B4-BE49-F238E27FC236}">
                  <a16:creationId xmlns:a16="http://schemas.microsoft.com/office/drawing/2014/main" id="{69D55A6A-07E8-E03D-D63D-CA8D4F871F2F}"/>
                </a:ext>
              </a:extLst>
            </p:cNvPr>
            <p:cNvSpPr txBox="1"/>
            <p:nvPr/>
          </p:nvSpPr>
          <p:spPr>
            <a:xfrm>
              <a:off x="9896034" y="8044090"/>
              <a:ext cx="6629400" cy="1015663"/>
            </a:xfrm>
            <a:prstGeom prst="rect">
              <a:avLst/>
            </a:prstGeom>
            <a:noFill/>
          </p:spPr>
          <p:txBody>
            <a:bodyPr wrap="square" rtlCol="0">
              <a:spAutoFit/>
            </a:bodyPr>
            <a:lstStyle/>
            <a:p>
              <a:pPr algn="ctr"/>
              <a:r>
                <a:rPr lang="en-US" sz="6000" dirty="0">
                  <a:solidFill>
                    <a:schemeClr val="bg1"/>
                  </a:solidFill>
                  <a:latin typeface="NVIDIA Sans" panose="020B0503020203020204" pitchFamily="34" charset="0"/>
                  <a:cs typeface="NVIDIA Sans" panose="020B0503020203020204" pitchFamily="34" charset="0"/>
                </a:rPr>
                <a:t>Target</a:t>
              </a:r>
            </a:p>
          </p:txBody>
        </p:sp>
      </p:grpSp>
      <p:sp>
        <p:nvSpPr>
          <p:cNvPr id="76" name="Flowchart: Direct Access Storage 75">
            <a:extLst>
              <a:ext uri="{FF2B5EF4-FFF2-40B4-BE49-F238E27FC236}">
                <a16:creationId xmlns:a16="http://schemas.microsoft.com/office/drawing/2014/main" id="{AF22E0D0-AB19-8619-2B1E-E8ED2D0DC310}"/>
              </a:ext>
            </a:extLst>
          </p:cNvPr>
          <p:cNvSpPr/>
          <p:nvPr/>
        </p:nvSpPr>
        <p:spPr>
          <a:xfrm>
            <a:off x="2638359" y="6382512"/>
            <a:ext cx="2779760" cy="4027871"/>
          </a:xfrm>
          <a:prstGeom prst="flowChartMagneticDrum">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77" name="Flowchart: Direct Access Storage 76">
            <a:extLst>
              <a:ext uri="{FF2B5EF4-FFF2-40B4-BE49-F238E27FC236}">
                <a16:creationId xmlns:a16="http://schemas.microsoft.com/office/drawing/2014/main" id="{1827610E-69EE-B832-7046-BDED64F2F967}"/>
              </a:ext>
            </a:extLst>
          </p:cNvPr>
          <p:cNvSpPr/>
          <p:nvPr/>
        </p:nvSpPr>
        <p:spPr>
          <a:xfrm>
            <a:off x="4683509" y="7005014"/>
            <a:ext cx="1518482" cy="3012209"/>
          </a:xfrm>
          <a:prstGeom prst="flowChartMagneticDrum">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78" name="Oval 77">
            <a:extLst>
              <a:ext uri="{FF2B5EF4-FFF2-40B4-BE49-F238E27FC236}">
                <a16:creationId xmlns:a16="http://schemas.microsoft.com/office/drawing/2014/main" id="{939CE29D-5FC0-EF13-0B80-68BDE4B1B350}"/>
              </a:ext>
            </a:extLst>
          </p:cNvPr>
          <p:cNvSpPr/>
          <p:nvPr/>
        </p:nvSpPr>
        <p:spPr>
          <a:xfrm>
            <a:off x="5674170" y="7538932"/>
            <a:ext cx="381976" cy="1944372"/>
          </a:xfrm>
          <a:prstGeom prst="ellipse">
            <a:avLst/>
          </a:prstGeom>
          <a:gradFill flip="none" rotWithShape="1">
            <a:gsLst>
              <a:gs pos="0">
                <a:schemeClr val="bg1"/>
              </a:gs>
              <a:gs pos="50000">
                <a:schemeClr val="bg2">
                  <a:lumMod val="25000"/>
                </a:schemeClr>
              </a:gs>
              <a:gs pos="100000">
                <a:schemeClr val="bg2">
                  <a:lumMod val="90000"/>
                </a:schemeClr>
              </a:gs>
            </a:gsLst>
            <a:lin ang="0" scaled="1"/>
            <a:tileRect/>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grpSp>
        <p:nvGrpSpPr>
          <p:cNvPr id="88" name="Group 87">
            <a:extLst>
              <a:ext uri="{FF2B5EF4-FFF2-40B4-BE49-F238E27FC236}">
                <a16:creationId xmlns:a16="http://schemas.microsoft.com/office/drawing/2014/main" id="{1E14F5FA-DE11-39FF-BD5B-117D1CC151C3}"/>
              </a:ext>
            </a:extLst>
          </p:cNvPr>
          <p:cNvGrpSpPr/>
          <p:nvPr/>
        </p:nvGrpSpPr>
        <p:grpSpPr>
          <a:xfrm>
            <a:off x="5865158" y="7691900"/>
            <a:ext cx="3393457" cy="1648755"/>
            <a:chOff x="4799567" y="5916352"/>
            <a:chExt cx="3393457" cy="1648755"/>
          </a:xfrm>
        </p:grpSpPr>
        <p:cxnSp>
          <p:nvCxnSpPr>
            <p:cNvPr id="80" name="Straight Connector 79">
              <a:extLst>
                <a:ext uri="{FF2B5EF4-FFF2-40B4-BE49-F238E27FC236}">
                  <a16:creationId xmlns:a16="http://schemas.microsoft.com/office/drawing/2014/main" id="{1334CF3A-FFD4-3F67-6CE2-6A7816D35DAA}"/>
                </a:ext>
              </a:extLst>
            </p:cNvPr>
            <p:cNvCxnSpPr/>
            <p:nvPr/>
          </p:nvCxnSpPr>
          <p:spPr>
            <a:xfrm>
              <a:off x="4990555" y="6735570"/>
              <a:ext cx="3202469"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F5ADC134-BF7E-89BF-4DAE-AE3AAE517BFC}"/>
                </a:ext>
              </a:extLst>
            </p:cNvPr>
            <p:cNvCxnSpPr>
              <a:cxnSpLocks/>
            </p:cNvCxnSpPr>
            <p:nvPr/>
          </p:nvCxnSpPr>
          <p:spPr>
            <a:xfrm flipV="1">
              <a:off x="4799567" y="5916352"/>
              <a:ext cx="3346122" cy="819218"/>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76537D0-7DFD-AAA6-D07E-FFA98F3ECE8F}"/>
                </a:ext>
              </a:extLst>
            </p:cNvPr>
            <p:cNvCxnSpPr>
              <a:cxnSpLocks/>
            </p:cNvCxnSpPr>
            <p:nvPr/>
          </p:nvCxnSpPr>
          <p:spPr>
            <a:xfrm>
              <a:off x="4823296" y="6745889"/>
              <a:ext cx="3346122" cy="819218"/>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89" name="Group 88">
            <a:extLst>
              <a:ext uri="{FF2B5EF4-FFF2-40B4-BE49-F238E27FC236}">
                <a16:creationId xmlns:a16="http://schemas.microsoft.com/office/drawing/2014/main" id="{4540C982-8093-2F51-A90C-20BFF08318B8}"/>
              </a:ext>
            </a:extLst>
          </p:cNvPr>
          <p:cNvGrpSpPr/>
          <p:nvPr/>
        </p:nvGrpSpPr>
        <p:grpSpPr>
          <a:xfrm>
            <a:off x="5279287" y="8368468"/>
            <a:ext cx="3393457" cy="1648755"/>
            <a:chOff x="4799567" y="5916352"/>
            <a:chExt cx="3393457" cy="1648755"/>
          </a:xfrm>
          <a:scene3d>
            <a:camera prst="orthographicFront">
              <a:rot lat="1800000" lon="3000000" rev="0"/>
            </a:camera>
            <a:lightRig rig="threePt" dir="t"/>
          </a:scene3d>
        </p:grpSpPr>
        <p:cxnSp>
          <p:nvCxnSpPr>
            <p:cNvPr id="90" name="Straight Connector 89">
              <a:extLst>
                <a:ext uri="{FF2B5EF4-FFF2-40B4-BE49-F238E27FC236}">
                  <a16:creationId xmlns:a16="http://schemas.microsoft.com/office/drawing/2014/main" id="{282F5A3C-8503-3144-0CAD-CDBF1EE755E9}"/>
                </a:ext>
              </a:extLst>
            </p:cNvPr>
            <p:cNvCxnSpPr/>
            <p:nvPr/>
          </p:nvCxnSpPr>
          <p:spPr>
            <a:xfrm>
              <a:off x="4990555" y="6735570"/>
              <a:ext cx="3202469"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F23FD6E6-519E-FC9D-4B64-24A52B33963D}"/>
                </a:ext>
              </a:extLst>
            </p:cNvPr>
            <p:cNvCxnSpPr>
              <a:cxnSpLocks/>
            </p:cNvCxnSpPr>
            <p:nvPr/>
          </p:nvCxnSpPr>
          <p:spPr>
            <a:xfrm flipV="1">
              <a:off x="4799567" y="5916352"/>
              <a:ext cx="3346122" cy="819218"/>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7703F89E-73EA-3CE7-ED8D-137D3FD0E24A}"/>
                </a:ext>
              </a:extLst>
            </p:cNvPr>
            <p:cNvCxnSpPr>
              <a:cxnSpLocks/>
            </p:cNvCxnSpPr>
            <p:nvPr/>
          </p:nvCxnSpPr>
          <p:spPr>
            <a:xfrm>
              <a:off x="4823296" y="6745889"/>
              <a:ext cx="3346122" cy="819218"/>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93" name="Group 92">
            <a:extLst>
              <a:ext uri="{FF2B5EF4-FFF2-40B4-BE49-F238E27FC236}">
                <a16:creationId xmlns:a16="http://schemas.microsoft.com/office/drawing/2014/main" id="{F5117954-7AEF-2B06-87AB-57A487F57960}"/>
              </a:ext>
            </a:extLst>
          </p:cNvPr>
          <p:cNvGrpSpPr/>
          <p:nvPr/>
        </p:nvGrpSpPr>
        <p:grpSpPr>
          <a:xfrm flipV="1">
            <a:off x="5192547" y="7064103"/>
            <a:ext cx="3393457" cy="1648755"/>
            <a:chOff x="4799567" y="5916352"/>
            <a:chExt cx="3393457" cy="1648755"/>
          </a:xfrm>
          <a:scene3d>
            <a:camera prst="orthographicFront">
              <a:rot lat="19800000" lon="3000000" rev="0"/>
            </a:camera>
            <a:lightRig rig="threePt" dir="t"/>
          </a:scene3d>
        </p:grpSpPr>
        <p:cxnSp>
          <p:nvCxnSpPr>
            <p:cNvPr id="94" name="Straight Connector 93">
              <a:extLst>
                <a:ext uri="{FF2B5EF4-FFF2-40B4-BE49-F238E27FC236}">
                  <a16:creationId xmlns:a16="http://schemas.microsoft.com/office/drawing/2014/main" id="{431FE61A-6B26-E579-DD06-C280A36A4424}"/>
                </a:ext>
              </a:extLst>
            </p:cNvPr>
            <p:cNvCxnSpPr/>
            <p:nvPr/>
          </p:nvCxnSpPr>
          <p:spPr>
            <a:xfrm>
              <a:off x="4990555" y="6735570"/>
              <a:ext cx="3202469"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B94888DB-5A70-732F-1959-449D82F094C3}"/>
                </a:ext>
              </a:extLst>
            </p:cNvPr>
            <p:cNvCxnSpPr>
              <a:cxnSpLocks/>
            </p:cNvCxnSpPr>
            <p:nvPr/>
          </p:nvCxnSpPr>
          <p:spPr>
            <a:xfrm flipV="1">
              <a:off x="4799567" y="5916352"/>
              <a:ext cx="3346122" cy="819218"/>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C7D30197-4715-3E78-3B31-AD47C877029A}"/>
                </a:ext>
              </a:extLst>
            </p:cNvPr>
            <p:cNvCxnSpPr>
              <a:cxnSpLocks/>
            </p:cNvCxnSpPr>
            <p:nvPr/>
          </p:nvCxnSpPr>
          <p:spPr>
            <a:xfrm>
              <a:off x="4823296" y="6745889"/>
              <a:ext cx="3346122" cy="819218"/>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846477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Title 1">
            <a:extLst>
              <a:ext uri="{FF2B5EF4-FFF2-40B4-BE49-F238E27FC236}">
                <a16:creationId xmlns:a16="http://schemas.microsoft.com/office/drawing/2014/main" id="{08C56F5F-51A7-ABB9-8386-AFE09BFD0245}"/>
              </a:ext>
            </a:extLst>
          </p:cNvPr>
          <p:cNvSpPr>
            <a:spLocks noGrp="1"/>
          </p:cNvSpPr>
          <p:nvPr>
            <p:ph type="title"/>
          </p:nvPr>
        </p:nvSpPr>
        <p:spPr>
          <a:xfrm>
            <a:off x="2514600" y="0"/>
            <a:ext cx="31546800" cy="2514601"/>
          </a:xfrm>
        </p:spPr>
        <p:txBody>
          <a:bodyPr/>
          <a:lstStyle/>
          <a:p>
            <a:r>
              <a:rPr lang="en-US" dirty="0"/>
              <a:t>Fusion Techniques</a:t>
            </a:r>
          </a:p>
        </p:txBody>
      </p:sp>
      <p:pic>
        <p:nvPicPr>
          <p:cNvPr id="198" name="Picture 197">
            <a:extLst>
              <a:ext uri="{FF2B5EF4-FFF2-40B4-BE49-F238E27FC236}">
                <a16:creationId xmlns:a16="http://schemas.microsoft.com/office/drawing/2014/main" id="{5CDCCFF4-7F7D-7E23-FDFB-B25A325714CA}"/>
              </a:ext>
            </a:extLst>
          </p:cNvPr>
          <p:cNvPicPr>
            <a:picLocks noChangeAspect="1"/>
          </p:cNvPicPr>
          <p:nvPr/>
        </p:nvPicPr>
        <p:blipFill>
          <a:blip r:embed="rId3"/>
          <a:srcRect l="8859" t="19593" r="8286" b="12616"/>
          <a:stretch/>
        </p:blipFill>
        <p:spPr>
          <a:xfrm>
            <a:off x="3567525" y="4748505"/>
            <a:ext cx="6769271" cy="5538495"/>
          </a:xfrm>
          <a:prstGeom prst="rect">
            <a:avLst/>
          </a:prstGeom>
        </p:spPr>
      </p:pic>
      <p:pic>
        <p:nvPicPr>
          <p:cNvPr id="199" name="Picture 4">
            <a:extLst>
              <a:ext uri="{FF2B5EF4-FFF2-40B4-BE49-F238E27FC236}">
                <a16:creationId xmlns:a16="http://schemas.microsoft.com/office/drawing/2014/main" id="{472FA451-53AE-322B-EB7B-1BFB808BE1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48613" y="5000477"/>
            <a:ext cx="5340093" cy="5327256"/>
          </a:xfrm>
          <a:prstGeom prst="rect">
            <a:avLst/>
          </a:prstGeom>
          <a:noFill/>
          <a:extLst>
            <a:ext uri="{909E8E84-426E-40DD-AFC4-6F175D3DCCD1}">
              <a14:hiddenFill xmlns:a14="http://schemas.microsoft.com/office/drawing/2010/main">
                <a:solidFill>
                  <a:srgbClr val="FFFFFF"/>
                </a:solidFill>
              </a14:hiddenFill>
            </a:ext>
          </a:extLst>
        </p:spPr>
      </p:pic>
      <p:cxnSp>
        <p:nvCxnSpPr>
          <p:cNvPr id="18" name="Straight Connector 17">
            <a:extLst>
              <a:ext uri="{FF2B5EF4-FFF2-40B4-BE49-F238E27FC236}">
                <a16:creationId xmlns:a16="http://schemas.microsoft.com/office/drawing/2014/main" id="{B90A6D6B-4C42-FBC0-4C02-E0B54676FAC9}"/>
              </a:ext>
            </a:extLst>
          </p:cNvPr>
          <p:cNvCxnSpPr>
            <a:cxnSpLocks/>
            <a:stCxn id="204" idx="0"/>
          </p:cNvCxnSpPr>
          <p:nvPr/>
        </p:nvCxnSpPr>
        <p:spPr>
          <a:xfrm flipH="1" flipV="1">
            <a:off x="6421807" y="11576303"/>
            <a:ext cx="2073314"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20EC658-F7D3-3317-4989-164344610D80}"/>
              </a:ext>
            </a:extLst>
          </p:cNvPr>
          <p:cNvCxnSpPr>
            <a:cxnSpLocks/>
            <a:endCxn id="47" idx="4"/>
          </p:cNvCxnSpPr>
          <p:nvPr/>
        </p:nvCxnSpPr>
        <p:spPr>
          <a:xfrm flipH="1" flipV="1">
            <a:off x="12629547" y="11504955"/>
            <a:ext cx="2349663" cy="417020"/>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5F3B82EB-1958-D6EA-6B1C-15C8E14B282D}"/>
              </a:ext>
            </a:extLst>
          </p:cNvPr>
          <p:cNvGrpSpPr/>
          <p:nvPr/>
        </p:nvGrpSpPr>
        <p:grpSpPr>
          <a:xfrm>
            <a:off x="10626674" y="10444251"/>
            <a:ext cx="5619149" cy="3931087"/>
            <a:chOff x="6510528" y="9753878"/>
            <a:chExt cx="5619149" cy="3931087"/>
          </a:xfrm>
        </p:grpSpPr>
        <p:cxnSp>
          <p:nvCxnSpPr>
            <p:cNvPr id="21" name="Straight Connector 20">
              <a:extLst>
                <a:ext uri="{FF2B5EF4-FFF2-40B4-BE49-F238E27FC236}">
                  <a16:creationId xmlns:a16="http://schemas.microsoft.com/office/drawing/2014/main" id="{A1DD4F87-A7E0-8C9B-50AA-6ABE17B38634}"/>
                </a:ext>
              </a:extLst>
            </p:cNvPr>
            <p:cNvCxnSpPr>
              <a:stCxn id="46" idx="4"/>
              <a:endCxn id="41" idx="0"/>
            </p:cNvCxnSpPr>
            <p:nvPr/>
          </p:nvCxnSpPr>
          <p:spPr>
            <a:xfrm>
              <a:off x="7040880" y="10817352"/>
              <a:ext cx="736260" cy="39346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32E8B89-EC87-196C-234B-B76CAC971E84}"/>
                </a:ext>
              </a:extLst>
            </p:cNvPr>
            <p:cNvCxnSpPr>
              <a:cxnSpLocks/>
              <a:stCxn id="47" idx="4"/>
              <a:endCxn id="41" idx="0"/>
            </p:cNvCxnSpPr>
            <p:nvPr/>
          </p:nvCxnSpPr>
          <p:spPr>
            <a:xfrm flipH="1">
              <a:off x="7777140" y="10814582"/>
              <a:ext cx="736261"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E4ACDDB-1F6F-071E-604A-FDB4E06C823C}"/>
                </a:ext>
              </a:extLst>
            </p:cNvPr>
            <p:cNvCxnSpPr>
              <a:cxnSpLocks/>
              <a:stCxn id="48" idx="4"/>
              <a:endCxn id="41" idx="0"/>
            </p:cNvCxnSpPr>
            <p:nvPr/>
          </p:nvCxnSpPr>
          <p:spPr>
            <a:xfrm flipH="1">
              <a:off x="7777140" y="10814582"/>
              <a:ext cx="2279223"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6245BBE-8527-C891-51BC-BB9A6907C570}"/>
                </a:ext>
              </a:extLst>
            </p:cNvPr>
            <p:cNvCxnSpPr>
              <a:cxnSpLocks/>
              <a:stCxn id="49" idx="4"/>
              <a:endCxn id="41" idx="0"/>
            </p:cNvCxnSpPr>
            <p:nvPr/>
          </p:nvCxnSpPr>
          <p:spPr>
            <a:xfrm flipH="1">
              <a:off x="7777140" y="10814582"/>
              <a:ext cx="3822185"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9363691-1F2D-7CDB-FED6-DDD034DA89AE}"/>
                </a:ext>
              </a:extLst>
            </p:cNvPr>
            <p:cNvCxnSpPr>
              <a:cxnSpLocks/>
              <a:stCxn id="47" idx="4"/>
              <a:endCxn id="42" idx="0"/>
            </p:cNvCxnSpPr>
            <p:nvPr/>
          </p:nvCxnSpPr>
          <p:spPr>
            <a:xfrm>
              <a:off x="8513401" y="10814582"/>
              <a:ext cx="806701"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4CE2357-FE18-5A14-B9D4-C69C39CAA870}"/>
                </a:ext>
              </a:extLst>
            </p:cNvPr>
            <p:cNvCxnSpPr>
              <a:cxnSpLocks/>
              <a:stCxn id="48" idx="4"/>
              <a:endCxn id="42" idx="0"/>
            </p:cNvCxnSpPr>
            <p:nvPr/>
          </p:nvCxnSpPr>
          <p:spPr>
            <a:xfrm flipH="1">
              <a:off x="9320102" y="10814582"/>
              <a:ext cx="736261"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983278E-8D92-D136-B6B1-AF3C0FCA229A}"/>
                </a:ext>
              </a:extLst>
            </p:cNvPr>
            <p:cNvCxnSpPr>
              <a:cxnSpLocks/>
              <a:stCxn id="48" idx="4"/>
              <a:endCxn id="43" idx="0"/>
            </p:cNvCxnSpPr>
            <p:nvPr/>
          </p:nvCxnSpPr>
          <p:spPr>
            <a:xfrm>
              <a:off x="10056363" y="10814582"/>
              <a:ext cx="806701"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ADC1F6D-9B5A-8D8E-59E3-E93A55F77AC1}"/>
                </a:ext>
              </a:extLst>
            </p:cNvPr>
            <p:cNvCxnSpPr>
              <a:cxnSpLocks/>
              <a:stCxn id="49" idx="4"/>
              <a:endCxn id="43" idx="0"/>
            </p:cNvCxnSpPr>
            <p:nvPr/>
          </p:nvCxnSpPr>
          <p:spPr>
            <a:xfrm flipH="1">
              <a:off x="10863064" y="10814582"/>
              <a:ext cx="736261"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BF1E2DF3-40A9-6940-1956-AFB028887384}"/>
                </a:ext>
              </a:extLst>
            </p:cNvPr>
            <p:cNvCxnSpPr>
              <a:cxnSpLocks/>
              <a:stCxn id="49" idx="4"/>
              <a:endCxn id="42" idx="0"/>
            </p:cNvCxnSpPr>
            <p:nvPr/>
          </p:nvCxnSpPr>
          <p:spPr>
            <a:xfrm flipH="1">
              <a:off x="9320102" y="10814582"/>
              <a:ext cx="2279223"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8FDC7AF-21DD-D5E8-4329-F67D8E1C5950}"/>
                </a:ext>
              </a:extLst>
            </p:cNvPr>
            <p:cNvCxnSpPr>
              <a:cxnSpLocks/>
              <a:stCxn id="46" idx="4"/>
              <a:endCxn id="42" idx="0"/>
            </p:cNvCxnSpPr>
            <p:nvPr/>
          </p:nvCxnSpPr>
          <p:spPr>
            <a:xfrm>
              <a:off x="7040880" y="10817352"/>
              <a:ext cx="2279222" cy="39346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F6385F8-89FC-EF3D-1287-14F422F800FF}"/>
                </a:ext>
              </a:extLst>
            </p:cNvPr>
            <p:cNvCxnSpPr>
              <a:cxnSpLocks/>
              <a:stCxn id="46" idx="4"/>
              <a:endCxn id="43" idx="0"/>
            </p:cNvCxnSpPr>
            <p:nvPr/>
          </p:nvCxnSpPr>
          <p:spPr>
            <a:xfrm>
              <a:off x="7040880" y="10817352"/>
              <a:ext cx="3822184" cy="39346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6E5B553-1BD4-E398-71C5-C733390868CD}"/>
                </a:ext>
              </a:extLst>
            </p:cNvPr>
            <p:cNvCxnSpPr>
              <a:cxnSpLocks/>
              <a:stCxn id="41" idx="4"/>
              <a:endCxn id="44" idx="0"/>
            </p:cNvCxnSpPr>
            <p:nvPr/>
          </p:nvCxnSpPr>
          <p:spPr>
            <a:xfrm>
              <a:off x="7777140" y="12271525"/>
              <a:ext cx="736261" cy="352736"/>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D8BD51B-5AE4-4221-0957-87DE9A32312E}"/>
                </a:ext>
              </a:extLst>
            </p:cNvPr>
            <p:cNvCxnSpPr>
              <a:cxnSpLocks/>
              <a:stCxn id="41" idx="4"/>
              <a:endCxn id="45" idx="0"/>
            </p:cNvCxnSpPr>
            <p:nvPr/>
          </p:nvCxnSpPr>
          <p:spPr>
            <a:xfrm>
              <a:off x="7777140" y="12271525"/>
              <a:ext cx="2279223" cy="352736"/>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3BBA995-710A-1290-C005-470D5E90ACC1}"/>
                </a:ext>
              </a:extLst>
            </p:cNvPr>
            <p:cNvCxnSpPr>
              <a:cxnSpLocks/>
              <a:stCxn id="42" idx="4"/>
              <a:endCxn id="44" idx="0"/>
            </p:cNvCxnSpPr>
            <p:nvPr/>
          </p:nvCxnSpPr>
          <p:spPr>
            <a:xfrm flipH="1">
              <a:off x="8513401" y="12271525"/>
              <a:ext cx="806701" cy="352736"/>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EA79F6E-29A9-0672-1FDA-94061DD00E2C}"/>
                </a:ext>
              </a:extLst>
            </p:cNvPr>
            <p:cNvCxnSpPr>
              <a:cxnSpLocks/>
              <a:stCxn id="42" idx="4"/>
              <a:endCxn id="45" idx="0"/>
            </p:cNvCxnSpPr>
            <p:nvPr/>
          </p:nvCxnSpPr>
          <p:spPr>
            <a:xfrm>
              <a:off x="9320102" y="12271525"/>
              <a:ext cx="736261" cy="352736"/>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BD42A97-11A0-ED8D-213F-B4BF3A7E1194}"/>
                </a:ext>
              </a:extLst>
            </p:cNvPr>
            <p:cNvCxnSpPr>
              <a:cxnSpLocks/>
              <a:stCxn id="43" idx="4"/>
              <a:endCxn id="44" idx="0"/>
            </p:cNvCxnSpPr>
            <p:nvPr/>
          </p:nvCxnSpPr>
          <p:spPr>
            <a:xfrm flipH="1">
              <a:off x="8513401" y="12271525"/>
              <a:ext cx="2349663" cy="352736"/>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F340590-5717-80F3-5960-CCEF29796E41}"/>
                </a:ext>
              </a:extLst>
            </p:cNvPr>
            <p:cNvCxnSpPr>
              <a:cxnSpLocks/>
              <a:stCxn id="43" idx="4"/>
              <a:endCxn id="45" idx="0"/>
            </p:cNvCxnSpPr>
            <p:nvPr/>
          </p:nvCxnSpPr>
          <p:spPr>
            <a:xfrm flipH="1">
              <a:off x="10056363" y="12271525"/>
              <a:ext cx="806701" cy="352736"/>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5A7D64DA-9217-29ED-D632-9848F9364200}"/>
                </a:ext>
              </a:extLst>
            </p:cNvPr>
            <p:cNvGrpSpPr/>
            <p:nvPr/>
          </p:nvGrpSpPr>
          <p:grpSpPr>
            <a:xfrm>
              <a:off x="6510528" y="9753878"/>
              <a:ext cx="5619149" cy="1063474"/>
              <a:chOff x="6510528" y="9753878"/>
              <a:chExt cx="5619149" cy="1063474"/>
            </a:xfrm>
          </p:grpSpPr>
          <p:sp>
            <p:nvSpPr>
              <p:cNvPr id="46" name="Oval 45">
                <a:extLst>
                  <a:ext uri="{FF2B5EF4-FFF2-40B4-BE49-F238E27FC236}">
                    <a16:creationId xmlns:a16="http://schemas.microsoft.com/office/drawing/2014/main" id="{682640FD-ED9F-6F77-4DF8-EA8F49F72065}"/>
                  </a:ext>
                </a:extLst>
              </p:cNvPr>
              <p:cNvSpPr/>
              <p:nvPr/>
            </p:nvSpPr>
            <p:spPr>
              <a:xfrm>
                <a:off x="6510528" y="9756648"/>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47" name="Oval 46">
                <a:extLst>
                  <a:ext uri="{FF2B5EF4-FFF2-40B4-BE49-F238E27FC236}">
                    <a16:creationId xmlns:a16="http://schemas.microsoft.com/office/drawing/2014/main" id="{E198EF5B-ACCA-13AD-E890-34866EFDC7B0}"/>
                  </a:ext>
                </a:extLst>
              </p:cNvPr>
              <p:cNvSpPr/>
              <p:nvPr/>
            </p:nvSpPr>
            <p:spPr>
              <a:xfrm>
                <a:off x="7983049" y="9753878"/>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48" name="Oval 47">
                <a:extLst>
                  <a:ext uri="{FF2B5EF4-FFF2-40B4-BE49-F238E27FC236}">
                    <a16:creationId xmlns:a16="http://schemas.microsoft.com/office/drawing/2014/main" id="{346BE109-68D9-035B-8AB4-E959BB3C2B69}"/>
                  </a:ext>
                </a:extLst>
              </p:cNvPr>
              <p:cNvSpPr/>
              <p:nvPr/>
            </p:nvSpPr>
            <p:spPr>
              <a:xfrm>
                <a:off x="9526011" y="9753878"/>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49" name="Oval 48">
                <a:extLst>
                  <a:ext uri="{FF2B5EF4-FFF2-40B4-BE49-F238E27FC236}">
                    <a16:creationId xmlns:a16="http://schemas.microsoft.com/office/drawing/2014/main" id="{01153A6D-9B13-0E41-FDDC-77C70CA1A818}"/>
                  </a:ext>
                </a:extLst>
              </p:cNvPr>
              <p:cNvSpPr/>
              <p:nvPr/>
            </p:nvSpPr>
            <p:spPr>
              <a:xfrm>
                <a:off x="11068973" y="9753878"/>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grpSp>
        <p:grpSp>
          <p:nvGrpSpPr>
            <p:cNvPr id="39" name="Group 38">
              <a:extLst>
                <a:ext uri="{FF2B5EF4-FFF2-40B4-BE49-F238E27FC236}">
                  <a16:creationId xmlns:a16="http://schemas.microsoft.com/office/drawing/2014/main" id="{92E792B9-0CF4-C5F2-B994-AD68296DE2C2}"/>
                </a:ext>
              </a:extLst>
            </p:cNvPr>
            <p:cNvGrpSpPr/>
            <p:nvPr/>
          </p:nvGrpSpPr>
          <p:grpSpPr>
            <a:xfrm>
              <a:off x="7983049" y="12624261"/>
              <a:ext cx="2603666" cy="1060704"/>
              <a:chOff x="8188958" y="13011081"/>
              <a:chExt cx="2603666" cy="1060704"/>
            </a:xfrm>
          </p:grpSpPr>
          <p:sp>
            <p:nvSpPr>
              <p:cNvPr id="44" name="Oval 43">
                <a:extLst>
                  <a:ext uri="{FF2B5EF4-FFF2-40B4-BE49-F238E27FC236}">
                    <a16:creationId xmlns:a16="http://schemas.microsoft.com/office/drawing/2014/main" id="{191A885E-0C40-8F72-6097-8FCAD9DF29D7}"/>
                  </a:ext>
                </a:extLst>
              </p:cNvPr>
              <p:cNvSpPr/>
              <p:nvPr/>
            </p:nvSpPr>
            <p:spPr>
              <a:xfrm>
                <a:off x="8188958" y="13011081"/>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45" name="Oval 44">
                <a:extLst>
                  <a:ext uri="{FF2B5EF4-FFF2-40B4-BE49-F238E27FC236}">
                    <a16:creationId xmlns:a16="http://schemas.microsoft.com/office/drawing/2014/main" id="{89FE8CC3-B2A9-3DAC-8702-59E96640B126}"/>
                  </a:ext>
                </a:extLst>
              </p:cNvPr>
              <p:cNvSpPr/>
              <p:nvPr/>
            </p:nvSpPr>
            <p:spPr>
              <a:xfrm>
                <a:off x="9731920" y="13011081"/>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grpSp>
        <p:grpSp>
          <p:nvGrpSpPr>
            <p:cNvPr id="40" name="Group 39">
              <a:extLst>
                <a:ext uri="{FF2B5EF4-FFF2-40B4-BE49-F238E27FC236}">
                  <a16:creationId xmlns:a16="http://schemas.microsoft.com/office/drawing/2014/main" id="{EFC31E5E-B0B6-2B60-78B7-E70184CCC7A3}"/>
                </a:ext>
              </a:extLst>
            </p:cNvPr>
            <p:cNvGrpSpPr/>
            <p:nvPr/>
          </p:nvGrpSpPr>
          <p:grpSpPr>
            <a:xfrm>
              <a:off x="7246788" y="11210821"/>
              <a:ext cx="4146628" cy="1060704"/>
              <a:chOff x="7452697" y="13051814"/>
              <a:chExt cx="4146628" cy="1060704"/>
            </a:xfrm>
          </p:grpSpPr>
          <p:sp>
            <p:nvSpPr>
              <p:cNvPr id="41" name="Oval 40">
                <a:extLst>
                  <a:ext uri="{FF2B5EF4-FFF2-40B4-BE49-F238E27FC236}">
                    <a16:creationId xmlns:a16="http://schemas.microsoft.com/office/drawing/2014/main" id="{85DD682D-7F52-7118-701D-6D30CEEE6E63}"/>
                  </a:ext>
                </a:extLst>
              </p:cNvPr>
              <p:cNvSpPr/>
              <p:nvPr/>
            </p:nvSpPr>
            <p:spPr>
              <a:xfrm>
                <a:off x="7452697" y="13051814"/>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42" name="Oval 41">
                <a:extLst>
                  <a:ext uri="{FF2B5EF4-FFF2-40B4-BE49-F238E27FC236}">
                    <a16:creationId xmlns:a16="http://schemas.microsoft.com/office/drawing/2014/main" id="{EE11086F-C61A-FB59-5194-82BAD794D262}"/>
                  </a:ext>
                </a:extLst>
              </p:cNvPr>
              <p:cNvSpPr/>
              <p:nvPr/>
            </p:nvSpPr>
            <p:spPr>
              <a:xfrm>
                <a:off x="8995659" y="13051814"/>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43" name="Oval 42">
                <a:extLst>
                  <a:ext uri="{FF2B5EF4-FFF2-40B4-BE49-F238E27FC236}">
                    <a16:creationId xmlns:a16="http://schemas.microsoft.com/office/drawing/2014/main" id="{DD7F749A-A2C1-4681-69B5-331399880FAF}"/>
                  </a:ext>
                </a:extLst>
              </p:cNvPr>
              <p:cNvSpPr/>
              <p:nvPr/>
            </p:nvSpPr>
            <p:spPr>
              <a:xfrm>
                <a:off x="10538621" y="13051814"/>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grpSp>
      </p:grpSp>
      <p:grpSp>
        <p:nvGrpSpPr>
          <p:cNvPr id="50" name="Group 49">
            <a:extLst>
              <a:ext uri="{FF2B5EF4-FFF2-40B4-BE49-F238E27FC236}">
                <a16:creationId xmlns:a16="http://schemas.microsoft.com/office/drawing/2014/main" id="{D124F535-1F22-5E25-EC89-10A98197BD35}"/>
              </a:ext>
            </a:extLst>
          </p:cNvPr>
          <p:cNvGrpSpPr/>
          <p:nvPr/>
        </p:nvGrpSpPr>
        <p:grpSpPr>
          <a:xfrm>
            <a:off x="4142585" y="10515599"/>
            <a:ext cx="5619149" cy="3971820"/>
            <a:chOff x="6510528" y="9753878"/>
            <a:chExt cx="5619149" cy="3971820"/>
          </a:xfrm>
        </p:grpSpPr>
        <p:cxnSp>
          <p:nvCxnSpPr>
            <p:cNvPr id="51" name="Straight Connector 50">
              <a:extLst>
                <a:ext uri="{FF2B5EF4-FFF2-40B4-BE49-F238E27FC236}">
                  <a16:creationId xmlns:a16="http://schemas.microsoft.com/office/drawing/2014/main" id="{FC6C1AF4-04E9-0DA6-986D-691C2EF1B8E9}"/>
                </a:ext>
              </a:extLst>
            </p:cNvPr>
            <p:cNvCxnSpPr>
              <a:stCxn id="207" idx="4"/>
              <a:endCxn id="202" idx="0"/>
            </p:cNvCxnSpPr>
            <p:nvPr/>
          </p:nvCxnSpPr>
          <p:spPr>
            <a:xfrm>
              <a:off x="7040880" y="10817352"/>
              <a:ext cx="736260" cy="39346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111B45B0-229D-E016-3DD6-798A39802F32}"/>
                </a:ext>
              </a:extLst>
            </p:cNvPr>
            <p:cNvCxnSpPr>
              <a:cxnSpLocks/>
              <a:stCxn id="208" idx="4"/>
              <a:endCxn id="202" idx="0"/>
            </p:cNvCxnSpPr>
            <p:nvPr/>
          </p:nvCxnSpPr>
          <p:spPr>
            <a:xfrm flipH="1">
              <a:off x="7777140" y="10814582"/>
              <a:ext cx="736261"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AF420B39-02F8-4E62-0EDE-3BAFF478AB12}"/>
                </a:ext>
              </a:extLst>
            </p:cNvPr>
            <p:cNvCxnSpPr>
              <a:cxnSpLocks/>
              <a:stCxn id="209" idx="4"/>
              <a:endCxn id="202" idx="0"/>
            </p:cNvCxnSpPr>
            <p:nvPr/>
          </p:nvCxnSpPr>
          <p:spPr>
            <a:xfrm flipH="1">
              <a:off x="7777140" y="10814582"/>
              <a:ext cx="2279223"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E718F38-9914-FEEC-FE9A-77F20F78B63C}"/>
                </a:ext>
              </a:extLst>
            </p:cNvPr>
            <p:cNvCxnSpPr>
              <a:cxnSpLocks/>
              <a:stCxn id="210" idx="4"/>
              <a:endCxn id="202" idx="0"/>
            </p:cNvCxnSpPr>
            <p:nvPr/>
          </p:nvCxnSpPr>
          <p:spPr>
            <a:xfrm flipH="1">
              <a:off x="7777140" y="10814582"/>
              <a:ext cx="3822185"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0212BA7-80D2-10C9-88AF-B7F5491B7D55}"/>
                </a:ext>
              </a:extLst>
            </p:cNvPr>
            <p:cNvCxnSpPr>
              <a:cxnSpLocks/>
              <a:stCxn id="208" idx="4"/>
              <a:endCxn id="203" idx="0"/>
            </p:cNvCxnSpPr>
            <p:nvPr/>
          </p:nvCxnSpPr>
          <p:spPr>
            <a:xfrm>
              <a:off x="8513401" y="10814582"/>
              <a:ext cx="806701"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77A5024-77A0-ED0A-0FAE-9D3CEE45D4CC}"/>
                </a:ext>
              </a:extLst>
            </p:cNvPr>
            <p:cNvCxnSpPr>
              <a:cxnSpLocks/>
              <a:stCxn id="209" idx="4"/>
              <a:endCxn id="203" idx="0"/>
            </p:cNvCxnSpPr>
            <p:nvPr/>
          </p:nvCxnSpPr>
          <p:spPr>
            <a:xfrm flipH="1">
              <a:off x="9320102" y="10814582"/>
              <a:ext cx="736261"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3476E2D-379E-BA0B-A658-2BBD474A915C}"/>
                </a:ext>
              </a:extLst>
            </p:cNvPr>
            <p:cNvCxnSpPr>
              <a:cxnSpLocks/>
              <a:stCxn id="209" idx="4"/>
              <a:endCxn id="204" idx="0"/>
            </p:cNvCxnSpPr>
            <p:nvPr/>
          </p:nvCxnSpPr>
          <p:spPr>
            <a:xfrm>
              <a:off x="10056363" y="10814582"/>
              <a:ext cx="806701"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C9A7EDBF-12EA-3072-8D20-5E1D8D498017}"/>
                </a:ext>
              </a:extLst>
            </p:cNvPr>
            <p:cNvCxnSpPr>
              <a:cxnSpLocks/>
              <a:stCxn id="210" idx="4"/>
              <a:endCxn id="204" idx="0"/>
            </p:cNvCxnSpPr>
            <p:nvPr/>
          </p:nvCxnSpPr>
          <p:spPr>
            <a:xfrm flipH="1">
              <a:off x="10863064" y="10814582"/>
              <a:ext cx="736261"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5B9A97A0-AD3F-BA5D-CB26-7E56E9647681}"/>
                </a:ext>
              </a:extLst>
            </p:cNvPr>
            <p:cNvCxnSpPr>
              <a:cxnSpLocks/>
              <a:stCxn id="210" idx="4"/>
              <a:endCxn id="203" idx="0"/>
            </p:cNvCxnSpPr>
            <p:nvPr/>
          </p:nvCxnSpPr>
          <p:spPr>
            <a:xfrm flipH="1">
              <a:off x="9320102" y="10814582"/>
              <a:ext cx="2279223"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88C54CB3-08AB-C3EE-40FD-37CDF369F9C6}"/>
                </a:ext>
              </a:extLst>
            </p:cNvPr>
            <p:cNvCxnSpPr>
              <a:cxnSpLocks/>
              <a:stCxn id="207" idx="4"/>
              <a:endCxn id="203" idx="0"/>
            </p:cNvCxnSpPr>
            <p:nvPr/>
          </p:nvCxnSpPr>
          <p:spPr>
            <a:xfrm>
              <a:off x="7040880" y="10817352"/>
              <a:ext cx="2279222" cy="39346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E220F0B5-C09B-04BE-124D-B3FE4E34CCB5}"/>
                </a:ext>
              </a:extLst>
            </p:cNvPr>
            <p:cNvCxnSpPr>
              <a:cxnSpLocks/>
              <a:stCxn id="207" idx="4"/>
              <a:endCxn id="204" idx="0"/>
            </p:cNvCxnSpPr>
            <p:nvPr/>
          </p:nvCxnSpPr>
          <p:spPr>
            <a:xfrm>
              <a:off x="7040880" y="10817352"/>
              <a:ext cx="3822184" cy="39346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BC367A1A-6C93-A76F-A6E3-E9A1450B31AC}"/>
                </a:ext>
              </a:extLst>
            </p:cNvPr>
            <p:cNvCxnSpPr>
              <a:cxnSpLocks/>
              <a:stCxn id="202" idx="4"/>
              <a:endCxn id="205" idx="0"/>
            </p:cNvCxnSpPr>
            <p:nvPr/>
          </p:nvCxnSpPr>
          <p:spPr>
            <a:xfrm>
              <a:off x="7777140" y="12271525"/>
              <a:ext cx="736261" cy="393469"/>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97EF094-045B-BAAB-089B-1C53B28EF907}"/>
                </a:ext>
              </a:extLst>
            </p:cNvPr>
            <p:cNvCxnSpPr>
              <a:cxnSpLocks/>
              <a:stCxn id="202" idx="4"/>
              <a:endCxn id="206" idx="0"/>
            </p:cNvCxnSpPr>
            <p:nvPr/>
          </p:nvCxnSpPr>
          <p:spPr>
            <a:xfrm>
              <a:off x="7777140" y="12271525"/>
              <a:ext cx="2279223" cy="393469"/>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530AC19B-C45B-59C5-47C4-3E748B80AA9E}"/>
                </a:ext>
              </a:extLst>
            </p:cNvPr>
            <p:cNvCxnSpPr>
              <a:cxnSpLocks/>
              <a:stCxn id="203" idx="4"/>
              <a:endCxn id="205" idx="0"/>
            </p:cNvCxnSpPr>
            <p:nvPr/>
          </p:nvCxnSpPr>
          <p:spPr>
            <a:xfrm flipH="1">
              <a:off x="8513401" y="12271525"/>
              <a:ext cx="806701" cy="393469"/>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C12F4606-7682-3D02-8035-0024C6898171}"/>
                </a:ext>
              </a:extLst>
            </p:cNvPr>
            <p:cNvCxnSpPr>
              <a:cxnSpLocks/>
              <a:stCxn id="203" idx="4"/>
              <a:endCxn id="206" idx="0"/>
            </p:cNvCxnSpPr>
            <p:nvPr/>
          </p:nvCxnSpPr>
          <p:spPr>
            <a:xfrm>
              <a:off x="9320102" y="12271525"/>
              <a:ext cx="736261" cy="393469"/>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EEB3E6CF-AA0E-1935-0A1E-D98DFD012304}"/>
                </a:ext>
              </a:extLst>
            </p:cNvPr>
            <p:cNvCxnSpPr>
              <a:cxnSpLocks/>
              <a:stCxn id="204" idx="4"/>
              <a:endCxn id="205" idx="0"/>
            </p:cNvCxnSpPr>
            <p:nvPr/>
          </p:nvCxnSpPr>
          <p:spPr>
            <a:xfrm flipH="1">
              <a:off x="8513401" y="12271525"/>
              <a:ext cx="2349663" cy="393469"/>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B7F1E956-DFC8-9CC0-A2D6-02A987343BC8}"/>
                </a:ext>
              </a:extLst>
            </p:cNvPr>
            <p:cNvCxnSpPr>
              <a:cxnSpLocks/>
              <a:stCxn id="204" idx="4"/>
              <a:endCxn id="206" idx="0"/>
            </p:cNvCxnSpPr>
            <p:nvPr/>
          </p:nvCxnSpPr>
          <p:spPr>
            <a:xfrm flipH="1">
              <a:off x="10056363" y="12271525"/>
              <a:ext cx="806701" cy="393469"/>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96" name="Group 195">
              <a:extLst>
                <a:ext uri="{FF2B5EF4-FFF2-40B4-BE49-F238E27FC236}">
                  <a16:creationId xmlns:a16="http://schemas.microsoft.com/office/drawing/2014/main" id="{6D22957B-34DF-9B6B-03AB-4AFE5214A40B}"/>
                </a:ext>
              </a:extLst>
            </p:cNvPr>
            <p:cNvGrpSpPr/>
            <p:nvPr/>
          </p:nvGrpSpPr>
          <p:grpSpPr>
            <a:xfrm>
              <a:off x="6510528" y="9753878"/>
              <a:ext cx="5619149" cy="1063474"/>
              <a:chOff x="6510528" y="9753878"/>
              <a:chExt cx="5619149" cy="1063474"/>
            </a:xfrm>
          </p:grpSpPr>
          <p:sp>
            <p:nvSpPr>
              <p:cNvPr id="207" name="Oval 206">
                <a:extLst>
                  <a:ext uri="{FF2B5EF4-FFF2-40B4-BE49-F238E27FC236}">
                    <a16:creationId xmlns:a16="http://schemas.microsoft.com/office/drawing/2014/main" id="{29B7E700-F4F9-C1D5-AD72-66C81FA5E7E7}"/>
                  </a:ext>
                </a:extLst>
              </p:cNvPr>
              <p:cNvSpPr/>
              <p:nvPr/>
            </p:nvSpPr>
            <p:spPr>
              <a:xfrm>
                <a:off x="6510528" y="9756648"/>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208" name="Oval 207">
                <a:extLst>
                  <a:ext uri="{FF2B5EF4-FFF2-40B4-BE49-F238E27FC236}">
                    <a16:creationId xmlns:a16="http://schemas.microsoft.com/office/drawing/2014/main" id="{9A874A8B-62A7-A943-42E2-62B538A90371}"/>
                  </a:ext>
                </a:extLst>
              </p:cNvPr>
              <p:cNvSpPr/>
              <p:nvPr/>
            </p:nvSpPr>
            <p:spPr>
              <a:xfrm>
                <a:off x="7983049" y="9753878"/>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209" name="Oval 208">
                <a:extLst>
                  <a:ext uri="{FF2B5EF4-FFF2-40B4-BE49-F238E27FC236}">
                    <a16:creationId xmlns:a16="http://schemas.microsoft.com/office/drawing/2014/main" id="{A95A8CCE-7DF9-90E7-E845-CF9C7C53F5B1}"/>
                  </a:ext>
                </a:extLst>
              </p:cNvPr>
              <p:cNvSpPr/>
              <p:nvPr/>
            </p:nvSpPr>
            <p:spPr>
              <a:xfrm>
                <a:off x="9526011" y="9753878"/>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210" name="Oval 209">
                <a:extLst>
                  <a:ext uri="{FF2B5EF4-FFF2-40B4-BE49-F238E27FC236}">
                    <a16:creationId xmlns:a16="http://schemas.microsoft.com/office/drawing/2014/main" id="{E8DE1554-90F0-AED0-D4B7-CD85FF79CF06}"/>
                  </a:ext>
                </a:extLst>
              </p:cNvPr>
              <p:cNvSpPr/>
              <p:nvPr/>
            </p:nvSpPr>
            <p:spPr>
              <a:xfrm>
                <a:off x="11068973" y="9753878"/>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grpSp>
        <p:grpSp>
          <p:nvGrpSpPr>
            <p:cNvPr id="200" name="Group 199">
              <a:extLst>
                <a:ext uri="{FF2B5EF4-FFF2-40B4-BE49-F238E27FC236}">
                  <a16:creationId xmlns:a16="http://schemas.microsoft.com/office/drawing/2014/main" id="{44B8CBC9-A3CE-7EA6-9D70-1CBDE4C7953C}"/>
                </a:ext>
              </a:extLst>
            </p:cNvPr>
            <p:cNvGrpSpPr/>
            <p:nvPr/>
          </p:nvGrpSpPr>
          <p:grpSpPr>
            <a:xfrm>
              <a:off x="7983049" y="12664994"/>
              <a:ext cx="2603666" cy="1060704"/>
              <a:chOff x="8188958" y="13051814"/>
              <a:chExt cx="2603666" cy="1060704"/>
            </a:xfrm>
          </p:grpSpPr>
          <p:sp>
            <p:nvSpPr>
              <p:cNvPr id="205" name="Oval 204">
                <a:extLst>
                  <a:ext uri="{FF2B5EF4-FFF2-40B4-BE49-F238E27FC236}">
                    <a16:creationId xmlns:a16="http://schemas.microsoft.com/office/drawing/2014/main" id="{D3F1B417-54CB-735C-B252-540EAA7B1D93}"/>
                  </a:ext>
                </a:extLst>
              </p:cNvPr>
              <p:cNvSpPr/>
              <p:nvPr/>
            </p:nvSpPr>
            <p:spPr>
              <a:xfrm>
                <a:off x="8188958" y="13051814"/>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206" name="Oval 205">
                <a:extLst>
                  <a:ext uri="{FF2B5EF4-FFF2-40B4-BE49-F238E27FC236}">
                    <a16:creationId xmlns:a16="http://schemas.microsoft.com/office/drawing/2014/main" id="{5A768700-2A55-FB2F-D560-C26FEC8C5A74}"/>
                  </a:ext>
                </a:extLst>
              </p:cNvPr>
              <p:cNvSpPr/>
              <p:nvPr/>
            </p:nvSpPr>
            <p:spPr>
              <a:xfrm>
                <a:off x="9731920" y="13051814"/>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grpSp>
        <p:grpSp>
          <p:nvGrpSpPr>
            <p:cNvPr id="201" name="Group 200">
              <a:extLst>
                <a:ext uri="{FF2B5EF4-FFF2-40B4-BE49-F238E27FC236}">
                  <a16:creationId xmlns:a16="http://schemas.microsoft.com/office/drawing/2014/main" id="{28433F1C-8DE0-F64D-1A7D-E429BF5A6F25}"/>
                </a:ext>
              </a:extLst>
            </p:cNvPr>
            <p:cNvGrpSpPr/>
            <p:nvPr/>
          </p:nvGrpSpPr>
          <p:grpSpPr>
            <a:xfrm>
              <a:off x="7246788" y="11210821"/>
              <a:ext cx="4146628" cy="1060704"/>
              <a:chOff x="7452697" y="13051814"/>
              <a:chExt cx="4146628" cy="1060704"/>
            </a:xfrm>
          </p:grpSpPr>
          <p:sp>
            <p:nvSpPr>
              <p:cNvPr id="202" name="Oval 201">
                <a:extLst>
                  <a:ext uri="{FF2B5EF4-FFF2-40B4-BE49-F238E27FC236}">
                    <a16:creationId xmlns:a16="http://schemas.microsoft.com/office/drawing/2014/main" id="{EBA77011-5DBE-C27E-7A65-FF8D683CA5A2}"/>
                  </a:ext>
                </a:extLst>
              </p:cNvPr>
              <p:cNvSpPr/>
              <p:nvPr/>
            </p:nvSpPr>
            <p:spPr>
              <a:xfrm>
                <a:off x="7452697" y="13051814"/>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203" name="Oval 202">
                <a:extLst>
                  <a:ext uri="{FF2B5EF4-FFF2-40B4-BE49-F238E27FC236}">
                    <a16:creationId xmlns:a16="http://schemas.microsoft.com/office/drawing/2014/main" id="{90604406-9BF9-A8F1-6D72-8D415D1E3F2E}"/>
                  </a:ext>
                </a:extLst>
              </p:cNvPr>
              <p:cNvSpPr/>
              <p:nvPr/>
            </p:nvSpPr>
            <p:spPr>
              <a:xfrm>
                <a:off x="8995659" y="13051814"/>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204" name="Oval 203">
                <a:extLst>
                  <a:ext uri="{FF2B5EF4-FFF2-40B4-BE49-F238E27FC236}">
                    <a16:creationId xmlns:a16="http://schemas.microsoft.com/office/drawing/2014/main" id="{92493EA0-784F-0653-53E5-69E133838D30}"/>
                  </a:ext>
                </a:extLst>
              </p:cNvPr>
              <p:cNvSpPr/>
              <p:nvPr/>
            </p:nvSpPr>
            <p:spPr>
              <a:xfrm>
                <a:off x="10538621" y="13051814"/>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grpSp>
      </p:grpSp>
    </p:spTree>
    <p:extLst>
      <p:ext uri="{BB962C8B-B14F-4D97-AF65-F5344CB8AC3E}">
        <p14:creationId xmlns:p14="http://schemas.microsoft.com/office/powerpoint/2010/main" val="17759584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41809-6C6F-6D9E-8BE2-01E7CB61C91C}"/>
              </a:ext>
            </a:extLst>
          </p:cNvPr>
          <p:cNvSpPr>
            <a:spLocks noGrp="1"/>
          </p:cNvSpPr>
          <p:nvPr>
            <p:ph type="title"/>
          </p:nvPr>
        </p:nvSpPr>
        <p:spPr/>
        <p:txBody>
          <a:bodyPr/>
          <a:lstStyle/>
          <a:p>
            <a:r>
              <a:rPr lang="en-US" dirty="0"/>
              <a:t>Fusion Techniques</a:t>
            </a:r>
          </a:p>
        </p:txBody>
      </p:sp>
      <p:pic>
        <p:nvPicPr>
          <p:cNvPr id="4" name="Picture 3">
            <a:extLst>
              <a:ext uri="{FF2B5EF4-FFF2-40B4-BE49-F238E27FC236}">
                <a16:creationId xmlns:a16="http://schemas.microsoft.com/office/drawing/2014/main" id="{7F2326F1-0761-35F2-F13A-83C31C4B9D6F}"/>
              </a:ext>
            </a:extLst>
          </p:cNvPr>
          <p:cNvPicPr>
            <a:picLocks noChangeAspect="1"/>
          </p:cNvPicPr>
          <p:nvPr/>
        </p:nvPicPr>
        <p:blipFill>
          <a:blip r:embed="rId3"/>
          <a:srcRect l="8859" t="19593" r="8286" b="12616"/>
          <a:stretch/>
        </p:blipFill>
        <p:spPr>
          <a:xfrm>
            <a:off x="3567525" y="4748505"/>
            <a:ext cx="6769271" cy="5538495"/>
          </a:xfrm>
          <a:prstGeom prst="rect">
            <a:avLst/>
          </a:prstGeom>
        </p:spPr>
      </p:pic>
      <p:pic>
        <p:nvPicPr>
          <p:cNvPr id="7" name="Picture 4">
            <a:extLst>
              <a:ext uri="{FF2B5EF4-FFF2-40B4-BE49-F238E27FC236}">
                <a16:creationId xmlns:a16="http://schemas.microsoft.com/office/drawing/2014/main" id="{8A831C97-D93B-8912-58BB-979C5723C6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48613" y="5000477"/>
            <a:ext cx="5340093" cy="5327256"/>
          </a:xfrm>
          <a:prstGeom prst="rect">
            <a:avLst/>
          </a:prstGeom>
          <a:noFill/>
          <a:extLst>
            <a:ext uri="{909E8E84-426E-40DD-AFC4-6F175D3DCCD1}">
              <a14:hiddenFill xmlns:a14="http://schemas.microsoft.com/office/drawing/2010/main">
                <a:solidFill>
                  <a:srgbClr val="FFFFFF"/>
                </a:solidFill>
              </a14:hiddenFill>
            </a:ext>
          </a:extLst>
        </p:spPr>
      </p:pic>
      <p:sp>
        <p:nvSpPr>
          <p:cNvPr id="209" name="Rectangle 208">
            <a:extLst>
              <a:ext uri="{FF2B5EF4-FFF2-40B4-BE49-F238E27FC236}">
                <a16:creationId xmlns:a16="http://schemas.microsoft.com/office/drawing/2014/main" id="{81FA1748-933F-78FA-5E64-BA28CEB3B0C8}"/>
              </a:ext>
            </a:extLst>
          </p:cNvPr>
          <p:cNvSpPr/>
          <p:nvPr/>
        </p:nvSpPr>
        <p:spPr>
          <a:xfrm>
            <a:off x="8091770" y="3164656"/>
            <a:ext cx="4539343" cy="1408176"/>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Late</a:t>
            </a:r>
          </a:p>
        </p:txBody>
      </p:sp>
      <p:cxnSp>
        <p:nvCxnSpPr>
          <p:cNvPr id="3" name="Straight Connector 2">
            <a:extLst>
              <a:ext uri="{FF2B5EF4-FFF2-40B4-BE49-F238E27FC236}">
                <a16:creationId xmlns:a16="http://schemas.microsoft.com/office/drawing/2014/main" id="{813ADC55-826A-9E27-8898-B65C14F7EED4}"/>
              </a:ext>
            </a:extLst>
          </p:cNvPr>
          <p:cNvCxnSpPr>
            <a:cxnSpLocks/>
            <a:stCxn id="28" idx="0"/>
            <a:endCxn id="143" idx="4"/>
          </p:cNvCxnSpPr>
          <p:nvPr/>
        </p:nvCxnSpPr>
        <p:spPr>
          <a:xfrm flipH="1" flipV="1">
            <a:off x="6145458" y="14487419"/>
            <a:ext cx="3398174" cy="1039646"/>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B028CE38-23EE-CB37-DFA3-261DDE5483FF}"/>
              </a:ext>
            </a:extLst>
          </p:cNvPr>
          <p:cNvCxnSpPr>
            <a:cxnSpLocks/>
            <a:stCxn id="28" idx="0"/>
            <a:endCxn id="152" idx="4"/>
          </p:cNvCxnSpPr>
          <p:nvPr/>
        </p:nvCxnSpPr>
        <p:spPr>
          <a:xfrm flipH="1" flipV="1">
            <a:off x="7688420" y="14487419"/>
            <a:ext cx="1855212" cy="1039646"/>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4198170-A8AA-A6C9-88C3-1DAE7EA094B0}"/>
              </a:ext>
            </a:extLst>
          </p:cNvPr>
          <p:cNvCxnSpPr>
            <a:cxnSpLocks/>
            <a:stCxn id="28" idx="0"/>
            <a:endCxn id="78" idx="4"/>
          </p:cNvCxnSpPr>
          <p:nvPr/>
        </p:nvCxnSpPr>
        <p:spPr>
          <a:xfrm flipV="1">
            <a:off x="9543632" y="14375338"/>
            <a:ext cx="3085915" cy="1151727"/>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EABC8CF-C973-CFFA-C120-6F5EF80D9B47}"/>
              </a:ext>
            </a:extLst>
          </p:cNvPr>
          <p:cNvCxnSpPr>
            <a:cxnSpLocks/>
            <a:stCxn id="28" idx="0"/>
            <a:endCxn id="79" idx="4"/>
          </p:cNvCxnSpPr>
          <p:nvPr/>
        </p:nvCxnSpPr>
        <p:spPr>
          <a:xfrm flipV="1">
            <a:off x="9543632" y="14375338"/>
            <a:ext cx="4628877" cy="1151727"/>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5742BCD-6C94-0B49-2A20-6290FF3C38BB}"/>
              </a:ext>
            </a:extLst>
          </p:cNvPr>
          <p:cNvCxnSpPr>
            <a:cxnSpLocks/>
            <a:stCxn id="33" idx="0"/>
            <a:endCxn id="143" idx="4"/>
          </p:cNvCxnSpPr>
          <p:nvPr/>
        </p:nvCxnSpPr>
        <p:spPr>
          <a:xfrm flipH="1" flipV="1">
            <a:off x="6145458" y="14487419"/>
            <a:ext cx="4941136" cy="1039646"/>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BA7E8B6-6FEF-0126-3230-CA46F9CF3F4D}"/>
              </a:ext>
            </a:extLst>
          </p:cNvPr>
          <p:cNvCxnSpPr>
            <a:cxnSpLocks/>
            <a:stCxn id="33" idx="0"/>
            <a:endCxn id="152" idx="4"/>
          </p:cNvCxnSpPr>
          <p:nvPr/>
        </p:nvCxnSpPr>
        <p:spPr>
          <a:xfrm flipH="1" flipV="1">
            <a:off x="7688420" y="14487419"/>
            <a:ext cx="3398174" cy="1039646"/>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506D92E-6098-0CD2-480C-16551F44F612}"/>
              </a:ext>
            </a:extLst>
          </p:cNvPr>
          <p:cNvCxnSpPr>
            <a:cxnSpLocks/>
            <a:stCxn id="33" idx="0"/>
            <a:endCxn id="79" idx="4"/>
          </p:cNvCxnSpPr>
          <p:nvPr/>
        </p:nvCxnSpPr>
        <p:spPr>
          <a:xfrm flipV="1">
            <a:off x="11086594" y="14375338"/>
            <a:ext cx="3085915" cy="1151727"/>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87DDE0E-F59B-9C70-5DBC-E002A54078F4}"/>
              </a:ext>
            </a:extLst>
          </p:cNvPr>
          <p:cNvCxnSpPr>
            <a:cxnSpLocks/>
            <a:stCxn id="33" idx="0"/>
            <a:endCxn id="78" idx="4"/>
          </p:cNvCxnSpPr>
          <p:nvPr/>
        </p:nvCxnSpPr>
        <p:spPr>
          <a:xfrm flipV="1">
            <a:off x="11086594" y="14375338"/>
            <a:ext cx="1542953" cy="1151727"/>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F7C560C-BA3F-25B4-CA12-6223A8083A3F}"/>
              </a:ext>
            </a:extLst>
          </p:cNvPr>
          <p:cNvCxnSpPr>
            <a:cxnSpLocks/>
            <a:stCxn id="36" idx="0"/>
          </p:cNvCxnSpPr>
          <p:nvPr/>
        </p:nvCxnSpPr>
        <p:spPr>
          <a:xfrm flipV="1">
            <a:off x="9543632" y="16587769"/>
            <a:ext cx="0" cy="493776"/>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56EC606-8C5B-B499-603B-8D7B2C6695B8}"/>
              </a:ext>
            </a:extLst>
          </p:cNvPr>
          <p:cNvCxnSpPr>
            <a:cxnSpLocks/>
            <a:endCxn id="28" idx="4"/>
          </p:cNvCxnSpPr>
          <p:nvPr/>
        </p:nvCxnSpPr>
        <p:spPr>
          <a:xfrm flipH="1" flipV="1">
            <a:off x="9543632" y="16587769"/>
            <a:ext cx="1542962" cy="493776"/>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1DDCBEB-53C4-D5BA-FBD0-BB64F138956A}"/>
              </a:ext>
            </a:extLst>
          </p:cNvPr>
          <p:cNvCxnSpPr>
            <a:cxnSpLocks/>
          </p:cNvCxnSpPr>
          <p:nvPr/>
        </p:nvCxnSpPr>
        <p:spPr>
          <a:xfrm flipV="1">
            <a:off x="9543632" y="16587769"/>
            <a:ext cx="1542962" cy="493776"/>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3F4C9F4-60D2-2756-1E3E-A832DB65A80F}"/>
              </a:ext>
            </a:extLst>
          </p:cNvPr>
          <p:cNvCxnSpPr>
            <a:cxnSpLocks/>
            <a:stCxn id="33" idx="4"/>
            <a:endCxn id="38" idx="0"/>
          </p:cNvCxnSpPr>
          <p:nvPr/>
        </p:nvCxnSpPr>
        <p:spPr>
          <a:xfrm>
            <a:off x="11086594" y="16587769"/>
            <a:ext cx="0" cy="493776"/>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41F33B15-5DB7-EE2B-64DE-3FF55551B015}"/>
              </a:ext>
            </a:extLst>
          </p:cNvPr>
          <p:cNvSpPr/>
          <p:nvPr/>
        </p:nvSpPr>
        <p:spPr>
          <a:xfrm>
            <a:off x="9013280" y="15527065"/>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33" name="Oval 32">
            <a:extLst>
              <a:ext uri="{FF2B5EF4-FFF2-40B4-BE49-F238E27FC236}">
                <a16:creationId xmlns:a16="http://schemas.microsoft.com/office/drawing/2014/main" id="{59F1E0C8-6E3C-B521-16B9-376DC33F9B4E}"/>
              </a:ext>
            </a:extLst>
          </p:cNvPr>
          <p:cNvSpPr/>
          <p:nvPr/>
        </p:nvSpPr>
        <p:spPr>
          <a:xfrm>
            <a:off x="10556242" y="15527065"/>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36" name="Oval 35">
            <a:extLst>
              <a:ext uri="{FF2B5EF4-FFF2-40B4-BE49-F238E27FC236}">
                <a16:creationId xmlns:a16="http://schemas.microsoft.com/office/drawing/2014/main" id="{82A18DA7-1E0B-0F7D-0C6E-E5386D47A136}"/>
              </a:ext>
            </a:extLst>
          </p:cNvPr>
          <p:cNvSpPr/>
          <p:nvPr/>
        </p:nvSpPr>
        <p:spPr>
          <a:xfrm>
            <a:off x="9013280" y="17081545"/>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38" name="Oval 37">
            <a:extLst>
              <a:ext uri="{FF2B5EF4-FFF2-40B4-BE49-F238E27FC236}">
                <a16:creationId xmlns:a16="http://schemas.microsoft.com/office/drawing/2014/main" id="{3070A5F8-8112-9CBA-78EA-AF181568182F}"/>
              </a:ext>
            </a:extLst>
          </p:cNvPr>
          <p:cNvSpPr/>
          <p:nvPr/>
        </p:nvSpPr>
        <p:spPr>
          <a:xfrm>
            <a:off x="10556242" y="17081545"/>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cxnSp>
        <p:nvCxnSpPr>
          <p:cNvPr id="40" name="Straight Connector 39">
            <a:extLst>
              <a:ext uri="{FF2B5EF4-FFF2-40B4-BE49-F238E27FC236}">
                <a16:creationId xmlns:a16="http://schemas.microsoft.com/office/drawing/2014/main" id="{B8EEEB9C-545D-BCD8-2378-A67032656AB0}"/>
              </a:ext>
            </a:extLst>
          </p:cNvPr>
          <p:cNvCxnSpPr>
            <a:cxnSpLocks/>
            <a:stCxn id="132" idx="0"/>
          </p:cNvCxnSpPr>
          <p:nvPr/>
        </p:nvCxnSpPr>
        <p:spPr>
          <a:xfrm flipH="1" flipV="1">
            <a:off x="6421807" y="11576303"/>
            <a:ext cx="2073314"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38BA654-0BE4-21BC-FC15-F5044898E2FC}"/>
              </a:ext>
            </a:extLst>
          </p:cNvPr>
          <p:cNvCxnSpPr>
            <a:cxnSpLocks/>
            <a:endCxn id="81" idx="4"/>
          </p:cNvCxnSpPr>
          <p:nvPr/>
        </p:nvCxnSpPr>
        <p:spPr>
          <a:xfrm flipH="1" flipV="1">
            <a:off x="12629547" y="11504955"/>
            <a:ext cx="2349663" cy="417020"/>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43" name="Group 42">
            <a:extLst>
              <a:ext uri="{FF2B5EF4-FFF2-40B4-BE49-F238E27FC236}">
                <a16:creationId xmlns:a16="http://schemas.microsoft.com/office/drawing/2014/main" id="{50A3C6D9-C51D-BEBE-0F22-08B4C7BD7B93}"/>
              </a:ext>
            </a:extLst>
          </p:cNvPr>
          <p:cNvGrpSpPr/>
          <p:nvPr/>
        </p:nvGrpSpPr>
        <p:grpSpPr>
          <a:xfrm>
            <a:off x="10626674" y="10444251"/>
            <a:ext cx="5619149" cy="3931087"/>
            <a:chOff x="6510528" y="9753878"/>
            <a:chExt cx="5619149" cy="3931087"/>
          </a:xfrm>
        </p:grpSpPr>
        <p:cxnSp>
          <p:nvCxnSpPr>
            <p:cNvPr id="44" name="Straight Connector 43">
              <a:extLst>
                <a:ext uri="{FF2B5EF4-FFF2-40B4-BE49-F238E27FC236}">
                  <a16:creationId xmlns:a16="http://schemas.microsoft.com/office/drawing/2014/main" id="{623C6043-D4E5-DD5D-7CD4-567380355961}"/>
                </a:ext>
              </a:extLst>
            </p:cNvPr>
            <p:cNvCxnSpPr>
              <a:stCxn id="80" idx="4"/>
              <a:endCxn id="75" idx="0"/>
            </p:cNvCxnSpPr>
            <p:nvPr/>
          </p:nvCxnSpPr>
          <p:spPr>
            <a:xfrm>
              <a:off x="7040880" y="10817352"/>
              <a:ext cx="736260" cy="39346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9CA1A2B7-326F-51FB-21B7-BCEC95DEEDED}"/>
                </a:ext>
              </a:extLst>
            </p:cNvPr>
            <p:cNvCxnSpPr>
              <a:cxnSpLocks/>
              <a:stCxn id="81" idx="4"/>
              <a:endCxn id="75" idx="0"/>
            </p:cNvCxnSpPr>
            <p:nvPr/>
          </p:nvCxnSpPr>
          <p:spPr>
            <a:xfrm flipH="1">
              <a:off x="7777140" y="10814582"/>
              <a:ext cx="736261"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B8CD5D24-036D-884B-B3D5-64C4C2364C6A}"/>
                </a:ext>
              </a:extLst>
            </p:cNvPr>
            <p:cNvCxnSpPr>
              <a:cxnSpLocks/>
              <a:stCxn id="82" idx="4"/>
              <a:endCxn id="75" idx="0"/>
            </p:cNvCxnSpPr>
            <p:nvPr/>
          </p:nvCxnSpPr>
          <p:spPr>
            <a:xfrm flipH="1">
              <a:off x="7777140" y="10814582"/>
              <a:ext cx="2279223"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AA586B1A-4D07-0817-75F8-957C6205B9DF}"/>
                </a:ext>
              </a:extLst>
            </p:cNvPr>
            <p:cNvCxnSpPr>
              <a:cxnSpLocks/>
              <a:stCxn id="83" idx="4"/>
              <a:endCxn id="75" idx="0"/>
            </p:cNvCxnSpPr>
            <p:nvPr/>
          </p:nvCxnSpPr>
          <p:spPr>
            <a:xfrm flipH="1">
              <a:off x="7777140" y="10814582"/>
              <a:ext cx="3822185"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E48D0EC-5D53-928C-CAF5-975AE2DC0181}"/>
                </a:ext>
              </a:extLst>
            </p:cNvPr>
            <p:cNvCxnSpPr>
              <a:cxnSpLocks/>
              <a:stCxn id="81" idx="4"/>
              <a:endCxn id="76" idx="0"/>
            </p:cNvCxnSpPr>
            <p:nvPr/>
          </p:nvCxnSpPr>
          <p:spPr>
            <a:xfrm>
              <a:off x="8513401" y="10814582"/>
              <a:ext cx="806701"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0457B97-5C52-5759-E49C-5A34DB1109DE}"/>
                </a:ext>
              </a:extLst>
            </p:cNvPr>
            <p:cNvCxnSpPr>
              <a:cxnSpLocks/>
              <a:stCxn id="82" idx="4"/>
              <a:endCxn id="76" idx="0"/>
            </p:cNvCxnSpPr>
            <p:nvPr/>
          </p:nvCxnSpPr>
          <p:spPr>
            <a:xfrm flipH="1">
              <a:off x="9320102" y="10814582"/>
              <a:ext cx="736261"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C494A93-653D-29E5-B7CF-BB1D872F5B9F}"/>
                </a:ext>
              </a:extLst>
            </p:cNvPr>
            <p:cNvCxnSpPr>
              <a:cxnSpLocks/>
              <a:stCxn id="82" idx="4"/>
              <a:endCxn id="77" idx="0"/>
            </p:cNvCxnSpPr>
            <p:nvPr/>
          </p:nvCxnSpPr>
          <p:spPr>
            <a:xfrm>
              <a:off x="10056363" y="10814582"/>
              <a:ext cx="806701"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8D7A93E-0D0F-74BF-A91B-34931615BDEA}"/>
                </a:ext>
              </a:extLst>
            </p:cNvPr>
            <p:cNvCxnSpPr>
              <a:cxnSpLocks/>
              <a:stCxn id="83" idx="4"/>
              <a:endCxn id="77" idx="0"/>
            </p:cNvCxnSpPr>
            <p:nvPr/>
          </p:nvCxnSpPr>
          <p:spPr>
            <a:xfrm flipH="1">
              <a:off x="10863064" y="10814582"/>
              <a:ext cx="736261"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0B9BD886-50E5-759B-4978-F115F84B5CBA}"/>
                </a:ext>
              </a:extLst>
            </p:cNvPr>
            <p:cNvCxnSpPr>
              <a:cxnSpLocks/>
              <a:stCxn id="83" idx="4"/>
              <a:endCxn id="76" idx="0"/>
            </p:cNvCxnSpPr>
            <p:nvPr/>
          </p:nvCxnSpPr>
          <p:spPr>
            <a:xfrm flipH="1">
              <a:off x="9320102" y="10814582"/>
              <a:ext cx="2279223"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A6EF5DFC-E431-9CE7-9E05-B44A253C35E7}"/>
                </a:ext>
              </a:extLst>
            </p:cNvPr>
            <p:cNvCxnSpPr>
              <a:cxnSpLocks/>
              <a:stCxn id="80" idx="4"/>
              <a:endCxn id="76" idx="0"/>
            </p:cNvCxnSpPr>
            <p:nvPr/>
          </p:nvCxnSpPr>
          <p:spPr>
            <a:xfrm>
              <a:off x="7040880" y="10817352"/>
              <a:ext cx="2279222" cy="39346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135A21A-8FB1-B4A3-2E8D-62E57BFE7B76}"/>
                </a:ext>
              </a:extLst>
            </p:cNvPr>
            <p:cNvCxnSpPr>
              <a:cxnSpLocks/>
              <a:stCxn id="80" idx="4"/>
              <a:endCxn id="77" idx="0"/>
            </p:cNvCxnSpPr>
            <p:nvPr/>
          </p:nvCxnSpPr>
          <p:spPr>
            <a:xfrm>
              <a:off x="7040880" y="10817352"/>
              <a:ext cx="3822184" cy="39346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D1EF18B9-78C5-9819-73A4-7E1807AFD10D}"/>
                </a:ext>
              </a:extLst>
            </p:cNvPr>
            <p:cNvCxnSpPr>
              <a:cxnSpLocks/>
              <a:stCxn id="75" idx="4"/>
              <a:endCxn id="78" idx="0"/>
            </p:cNvCxnSpPr>
            <p:nvPr/>
          </p:nvCxnSpPr>
          <p:spPr>
            <a:xfrm>
              <a:off x="7777140" y="12271525"/>
              <a:ext cx="736261" cy="352736"/>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8E5319E-327A-66B3-3CC0-EE936A4DAE94}"/>
                </a:ext>
              </a:extLst>
            </p:cNvPr>
            <p:cNvCxnSpPr>
              <a:cxnSpLocks/>
              <a:stCxn id="75" idx="4"/>
              <a:endCxn id="79" idx="0"/>
            </p:cNvCxnSpPr>
            <p:nvPr/>
          </p:nvCxnSpPr>
          <p:spPr>
            <a:xfrm>
              <a:off x="7777140" y="12271525"/>
              <a:ext cx="2279223" cy="352736"/>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D72F2A77-CF0E-2B76-9F48-C6B765FB857E}"/>
                </a:ext>
              </a:extLst>
            </p:cNvPr>
            <p:cNvCxnSpPr>
              <a:cxnSpLocks/>
              <a:stCxn id="76" idx="4"/>
              <a:endCxn id="78" idx="0"/>
            </p:cNvCxnSpPr>
            <p:nvPr/>
          </p:nvCxnSpPr>
          <p:spPr>
            <a:xfrm flipH="1">
              <a:off x="8513401" y="12271525"/>
              <a:ext cx="806701" cy="352736"/>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45E1C63D-813D-3AA2-7B67-DCDACB38C229}"/>
                </a:ext>
              </a:extLst>
            </p:cNvPr>
            <p:cNvCxnSpPr>
              <a:cxnSpLocks/>
              <a:stCxn id="76" idx="4"/>
              <a:endCxn id="79" idx="0"/>
            </p:cNvCxnSpPr>
            <p:nvPr/>
          </p:nvCxnSpPr>
          <p:spPr>
            <a:xfrm>
              <a:off x="9320102" y="12271525"/>
              <a:ext cx="736261" cy="352736"/>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ED23BD78-A694-90EC-7EE2-881A18FBEC3A}"/>
                </a:ext>
              </a:extLst>
            </p:cNvPr>
            <p:cNvCxnSpPr>
              <a:cxnSpLocks/>
              <a:stCxn id="77" idx="4"/>
              <a:endCxn id="78" idx="0"/>
            </p:cNvCxnSpPr>
            <p:nvPr/>
          </p:nvCxnSpPr>
          <p:spPr>
            <a:xfrm flipH="1">
              <a:off x="8513401" y="12271525"/>
              <a:ext cx="2349663" cy="352736"/>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8A5BAF91-1171-BCE8-8196-67BF6F0FCDB4}"/>
                </a:ext>
              </a:extLst>
            </p:cNvPr>
            <p:cNvCxnSpPr>
              <a:cxnSpLocks/>
              <a:stCxn id="77" idx="4"/>
              <a:endCxn id="79" idx="0"/>
            </p:cNvCxnSpPr>
            <p:nvPr/>
          </p:nvCxnSpPr>
          <p:spPr>
            <a:xfrm flipH="1">
              <a:off x="10056363" y="12271525"/>
              <a:ext cx="806701" cy="352736"/>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72" name="Group 71">
              <a:extLst>
                <a:ext uri="{FF2B5EF4-FFF2-40B4-BE49-F238E27FC236}">
                  <a16:creationId xmlns:a16="http://schemas.microsoft.com/office/drawing/2014/main" id="{CA57DD0C-B0D3-ECB1-7494-DB3C5C3000CA}"/>
                </a:ext>
              </a:extLst>
            </p:cNvPr>
            <p:cNvGrpSpPr/>
            <p:nvPr/>
          </p:nvGrpSpPr>
          <p:grpSpPr>
            <a:xfrm>
              <a:off x="6510528" y="9753878"/>
              <a:ext cx="5619149" cy="1063474"/>
              <a:chOff x="6510528" y="9753878"/>
              <a:chExt cx="5619149" cy="1063474"/>
            </a:xfrm>
          </p:grpSpPr>
          <p:sp>
            <p:nvSpPr>
              <p:cNvPr id="80" name="Oval 79">
                <a:extLst>
                  <a:ext uri="{FF2B5EF4-FFF2-40B4-BE49-F238E27FC236}">
                    <a16:creationId xmlns:a16="http://schemas.microsoft.com/office/drawing/2014/main" id="{9E150030-FB35-703D-DFA4-078288DE2A05}"/>
                  </a:ext>
                </a:extLst>
              </p:cNvPr>
              <p:cNvSpPr/>
              <p:nvPr/>
            </p:nvSpPr>
            <p:spPr>
              <a:xfrm>
                <a:off x="6510528" y="9756648"/>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81" name="Oval 80">
                <a:extLst>
                  <a:ext uri="{FF2B5EF4-FFF2-40B4-BE49-F238E27FC236}">
                    <a16:creationId xmlns:a16="http://schemas.microsoft.com/office/drawing/2014/main" id="{CBA96B7F-9F75-B746-C308-A230547AC12B}"/>
                  </a:ext>
                </a:extLst>
              </p:cNvPr>
              <p:cNvSpPr/>
              <p:nvPr/>
            </p:nvSpPr>
            <p:spPr>
              <a:xfrm>
                <a:off x="7983049" y="9753878"/>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82" name="Oval 81">
                <a:extLst>
                  <a:ext uri="{FF2B5EF4-FFF2-40B4-BE49-F238E27FC236}">
                    <a16:creationId xmlns:a16="http://schemas.microsoft.com/office/drawing/2014/main" id="{348317FC-6FBE-B91B-DAC8-52C882DB2DAC}"/>
                  </a:ext>
                </a:extLst>
              </p:cNvPr>
              <p:cNvSpPr/>
              <p:nvPr/>
            </p:nvSpPr>
            <p:spPr>
              <a:xfrm>
                <a:off x="9526011" y="9753878"/>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83" name="Oval 82">
                <a:extLst>
                  <a:ext uri="{FF2B5EF4-FFF2-40B4-BE49-F238E27FC236}">
                    <a16:creationId xmlns:a16="http://schemas.microsoft.com/office/drawing/2014/main" id="{8AC81BCC-45A5-ABB8-784D-9C2EE7C8CD69}"/>
                  </a:ext>
                </a:extLst>
              </p:cNvPr>
              <p:cNvSpPr/>
              <p:nvPr/>
            </p:nvSpPr>
            <p:spPr>
              <a:xfrm>
                <a:off x="11068973" y="9753878"/>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grpSp>
        <p:grpSp>
          <p:nvGrpSpPr>
            <p:cNvPr id="73" name="Group 72">
              <a:extLst>
                <a:ext uri="{FF2B5EF4-FFF2-40B4-BE49-F238E27FC236}">
                  <a16:creationId xmlns:a16="http://schemas.microsoft.com/office/drawing/2014/main" id="{436D3213-E9D0-ACB5-A2B0-DAB20527DB52}"/>
                </a:ext>
              </a:extLst>
            </p:cNvPr>
            <p:cNvGrpSpPr/>
            <p:nvPr/>
          </p:nvGrpSpPr>
          <p:grpSpPr>
            <a:xfrm>
              <a:off x="7983049" y="12624261"/>
              <a:ext cx="2603666" cy="1060704"/>
              <a:chOff x="8188958" y="13011081"/>
              <a:chExt cx="2603666" cy="1060704"/>
            </a:xfrm>
          </p:grpSpPr>
          <p:sp>
            <p:nvSpPr>
              <p:cNvPr id="78" name="Oval 77">
                <a:extLst>
                  <a:ext uri="{FF2B5EF4-FFF2-40B4-BE49-F238E27FC236}">
                    <a16:creationId xmlns:a16="http://schemas.microsoft.com/office/drawing/2014/main" id="{A99905D5-3DB1-F736-6B68-95E91123B634}"/>
                  </a:ext>
                </a:extLst>
              </p:cNvPr>
              <p:cNvSpPr/>
              <p:nvPr/>
            </p:nvSpPr>
            <p:spPr>
              <a:xfrm>
                <a:off x="8188958" y="13011081"/>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79" name="Oval 78">
                <a:extLst>
                  <a:ext uri="{FF2B5EF4-FFF2-40B4-BE49-F238E27FC236}">
                    <a16:creationId xmlns:a16="http://schemas.microsoft.com/office/drawing/2014/main" id="{FC109E9A-16C6-4217-9B7C-55A8D91B1E1B}"/>
                  </a:ext>
                </a:extLst>
              </p:cNvPr>
              <p:cNvSpPr/>
              <p:nvPr/>
            </p:nvSpPr>
            <p:spPr>
              <a:xfrm>
                <a:off x="9731920" y="13011081"/>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grpSp>
        <p:grpSp>
          <p:nvGrpSpPr>
            <p:cNvPr id="74" name="Group 73">
              <a:extLst>
                <a:ext uri="{FF2B5EF4-FFF2-40B4-BE49-F238E27FC236}">
                  <a16:creationId xmlns:a16="http://schemas.microsoft.com/office/drawing/2014/main" id="{E0BC6AEB-0B59-65A6-06F9-19930013B955}"/>
                </a:ext>
              </a:extLst>
            </p:cNvPr>
            <p:cNvGrpSpPr/>
            <p:nvPr/>
          </p:nvGrpSpPr>
          <p:grpSpPr>
            <a:xfrm>
              <a:off x="7246788" y="11210821"/>
              <a:ext cx="4146628" cy="1060704"/>
              <a:chOff x="7452697" y="13051814"/>
              <a:chExt cx="4146628" cy="1060704"/>
            </a:xfrm>
          </p:grpSpPr>
          <p:sp>
            <p:nvSpPr>
              <p:cNvPr id="75" name="Oval 74">
                <a:extLst>
                  <a:ext uri="{FF2B5EF4-FFF2-40B4-BE49-F238E27FC236}">
                    <a16:creationId xmlns:a16="http://schemas.microsoft.com/office/drawing/2014/main" id="{C171D7B8-2DE3-09D7-0CB8-D490EFFD39DB}"/>
                  </a:ext>
                </a:extLst>
              </p:cNvPr>
              <p:cNvSpPr/>
              <p:nvPr/>
            </p:nvSpPr>
            <p:spPr>
              <a:xfrm>
                <a:off x="7452697" y="13051814"/>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76" name="Oval 75">
                <a:extLst>
                  <a:ext uri="{FF2B5EF4-FFF2-40B4-BE49-F238E27FC236}">
                    <a16:creationId xmlns:a16="http://schemas.microsoft.com/office/drawing/2014/main" id="{D5084A8D-3FD3-F334-443A-B0A172D77916}"/>
                  </a:ext>
                </a:extLst>
              </p:cNvPr>
              <p:cNvSpPr/>
              <p:nvPr/>
            </p:nvSpPr>
            <p:spPr>
              <a:xfrm>
                <a:off x="8995659" y="13051814"/>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77" name="Oval 76">
                <a:extLst>
                  <a:ext uri="{FF2B5EF4-FFF2-40B4-BE49-F238E27FC236}">
                    <a16:creationId xmlns:a16="http://schemas.microsoft.com/office/drawing/2014/main" id="{B8282BA6-D858-BEB0-763D-86B03C5A356B}"/>
                  </a:ext>
                </a:extLst>
              </p:cNvPr>
              <p:cNvSpPr/>
              <p:nvPr/>
            </p:nvSpPr>
            <p:spPr>
              <a:xfrm>
                <a:off x="10538621" y="13051814"/>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grpSp>
      </p:grpSp>
      <p:grpSp>
        <p:nvGrpSpPr>
          <p:cNvPr id="84" name="Group 83">
            <a:extLst>
              <a:ext uri="{FF2B5EF4-FFF2-40B4-BE49-F238E27FC236}">
                <a16:creationId xmlns:a16="http://schemas.microsoft.com/office/drawing/2014/main" id="{1AA304C5-EE6D-3A42-DB3B-8CB1469FA84B}"/>
              </a:ext>
            </a:extLst>
          </p:cNvPr>
          <p:cNvGrpSpPr/>
          <p:nvPr/>
        </p:nvGrpSpPr>
        <p:grpSpPr>
          <a:xfrm>
            <a:off x="4142585" y="10515599"/>
            <a:ext cx="5619149" cy="3971820"/>
            <a:chOff x="6510528" y="9753878"/>
            <a:chExt cx="5619149" cy="3971820"/>
          </a:xfrm>
        </p:grpSpPr>
        <p:cxnSp>
          <p:nvCxnSpPr>
            <p:cNvPr id="85" name="Straight Connector 84">
              <a:extLst>
                <a:ext uri="{FF2B5EF4-FFF2-40B4-BE49-F238E27FC236}">
                  <a16:creationId xmlns:a16="http://schemas.microsoft.com/office/drawing/2014/main" id="{ED556E86-2D50-D67E-3C0F-6152930FC007}"/>
                </a:ext>
              </a:extLst>
            </p:cNvPr>
            <p:cNvCxnSpPr>
              <a:stCxn id="153" idx="4"/>
              <a:endCxn id="115" idx="0"/>
            </p:cNvCxnSpPr>
            <p:nvPr/>
          </p:nvCxnSpPr>
          <p:spPr>
            <a:xfrm>
              <a:off x="7040880" y="10817352"/>
              <a:ext cx="736260" cy="39346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B0C53FE-0A05-E94B-9AFD-67656C0A207A}"/>
                </a:ext>
              </a:extLst>
            </p:cNvPr>
            <p:cNvCxnSpPr>
              <a:cxnSpLocks/>
              <a:stCxn id="154" idx="4"/>
              <a:endCxn id="115" idx="0"/>
            </p:cNvCxnSpPr>
            <p:nvPr/>
          </p:nvCxnSpPr>
          <p:spPr>
            <a:xfrm flipH="1">
              <a:off x="7777140" y="10814582"/>
              <a:ext cx="736261"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A5FC8F35-07D4-64EA-ACDA-073AC1056CD9}"/>
                </a:ext>
              </a:extLst>
            </p:cNvPr>
            <p:cNvCxnSpPr>
              <a:cxnSpLocks/>
              <a:stCxn id="157" idx="4"/>
              <a:endCxn id="115" idx="0"/>
            </p:cNvCxnSpPr>
            <p:nvPr/>
          </p:nvCxnSpPr>
          <p:spPr>
            <a:xfrm flipH="1">
              <a:off x="7777140" y="10814582"/>
              <a:ext cx="2279223"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10713523-3BBF-B951-6BF3-F15296B4D3E5}"/>
                </a:ext>
              </a:extLst>
            </p:cNvPr>
            <p:cNvCxnSpPr>
              <a:cxnSpLocks/>
              <a:stCxn id="158" idx="4"/>
              <a:endCxn id="115" idx="0"/>
            </p:cNvCxnSpPr>
            <p:nvPr/>
          </p:nvCxnSpPr>
          <p:spPr>
            <a:xfrm flipH="1">
              <a:off x="7777140" y="10814582"/>
              <a:ext cx="3822185"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1B0E9021-EAB3-A4A4-EF9C-5A2FB85C7507}"/>
                </a:ext>
              </a:extLst>
            </p:cNvPr>
            <p:cNvCxnSpPr>
              <a:cxnSpLocks/>
              <a:stCxn id="154" idx="4"/>
              <a:endCxn id="129" idx="0"/>
            </p:cNvCxnSpPr>
            <p:nvPr/>
          </p:nvCxnSpPr>
          <p:spPr>
            <a:xfrm>
              <a:off x="8513401" y="10814582"/>
              <a:ext cx="806701"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D00BDAC5-9677-2EE2-6A3B-29774B863CE9}"/>
                </a:ext>
              </a:extLst>
            </p:cNvPr>
            <p:cNvCxnSpPr>
              <a:cxnSpLocks/>
              <a:stCxn id="157" idx="4"/>
              <a:endCxn id="129" idx="0"/>
            </p:cNvCxnSpPr>
            <p:nvPr/>
          </p:nvCxnSpPr>
          <p:spPr>
            <a:xfrm flipH="1">
              <a:off x="9320102" y="10814582"/>
              <a:ext cx="736261"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9AA19F19-DD87-B82A-B039-1AC22769EAB7}"/>
                </a:ext>
              </a:extLst>
            </p:cNvPr>
            <p:cNvCxnSpPr>
              <a:cxnSpLocks/>
              <a:stCxn id="157" idx="4"/>
              <a:endCxn id="132" idx="0"/>
            </p:cNvCxnSpPr>
            <p:nvPr/>
          </p:nvCxnSpPr>
          <p:spPr>
            <a:xfrm>
              <a:off x="10056363" y="10814582"/>
              <a:ext cx="806701"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313D0E14-F71D-4A1B-6655-A8976B5585F9}"/>
                </a:ext>
              </a:extLst>
            </p:cNvPr>
            <p:cNvCxnSpPr>
              <a:cxnSpLocks/>
              <a:stCxn id="158" idx="4"/>
              <a:endCxn id="132" idx="0"/>
            </p:cNvCxnSpPr>
            <p:nvPr/>
          </p:nvCxnSpPr>
          <p:spPr>
            <a:xfrm flipH="1">
              <a:off x="10863064" y="10814582"/>
              <a:ext cx="736261"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5CF0EFB-94C4-99F7-95FD-ACA5E15AB6D6}"/>
                </a:ext>
              </a:extLst>
            </p:cNvPr>
            <p:cNvCxnSpPr>
              <a:cxnSpLocks/>
              <a:stCxn id="158" idx="4"/>
              <a:endCxn id="129" idx="0"/>
            </p:cNvCxnSpPr>
            <p:nvPr/>
          </p:nvCxnSpPr>
          <p:spPr>
            <a:xfrm flipH="1">
              <a:off x="9320102" y="10814582"/>
              <a:ext cx="2279223"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3846DCE2-D30B-FBA1-E718-63193CC5E0A7}"/>
                </a:ext>
              </a:extLst>
            </p:cNvPr>
            <p:cNvCxnSpPr>
              <a:cxnSpLocks/>
              <a:stCxn id="153" idx="4"/>
              <a:endCxn id="129" idx="0"/>
            </p:cNvCxnSpPr>
            <p:nvPr/>
          </p:nvCxnSpPr>
          <p:spPr>
            <a:xfrm>
              <a:off x="7040880" y="10817352"/>
              <a:ext cx="2279222" cy="39346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40D51A2B-8543-8B87-DF2A-D571C22D142D}"/>
                </a:ext>
              </a:extLst>
            </p:cNvPr>
            <p:cNvCxnSpPr>
              <a:cxnSpLocks/>
              <a:stCxn id="153" idx="4"/>
              <a:endCxn id="132" idx="0"/>
            </p:cNvCxnSpPr>
            <p:nvPr/>
          </p:nvCxnSpPr>
          <p:spPr>
            <a:xfrm>
              <a:off x="7040880" y="10817352"/>
              <a:ext cx="3822184" cy="39346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B1C03ED5-0138-878F-FED0-137AD71AC8C5}"/>
                </a:ext>
              </a:extLst>
            </p:cNvPr>
            <p:cNvCxnSpPr>
              <a:cxnSpLocks/>
              <a:stCxn id="115" idx="4"/>
              <a:endCxn id="143" idx="0"/>
            </p:cNvCxnSpPr>
            <p:nvPr/>
          </p:nvCxnSpPr>
          <p:spPr>
            <a:xfrm>
              <a:off x="7777140" y="12271525"/>
              <a:ext cx="736261" cy="393469"/>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E96ED363-8455-178A-FB9F-4C28829668F9}"/>
                </a:ext>
              </a:extLst>
            </p:cNvPr>
            <p:cNvCxnSpPr>
              <a:cxnSpLocks/>
              <a:stCxn id="115" idx="4"/>
              <a:endCxn id="152" idx="0"/>
            </p:cNvCxnSpPr>
            <p:nvPr/>
          </p:nvCxnSpPr>
          <p:spPr>
            <a:xfrm>
              <a:off x="7777140" y="12271525"/>
              <a:ext cx="2279223" cy="393469"/>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0485AF3A-A810-9A16-8BE4-DA6A3D8692A5}"/>
                </a:ext>
              </a:extLst>
            </p:cNvPr>
            <p:cNvCxnSpPr>
              <a:cxnSpLocks/>
              <a:stCxn id="129" idx="4"/>
              <a:endCxn id="143" idx="0"/>
            </p:cNvCxnSpPr>
            <p:nvPr/>
          </p:nvCxnSpPr>
          <p:spPr>
            <a:xfrm flipH="1">
              <a:off x="8513401" y="12271525"/>
              <a:ext cx="806701" cy="393469"/>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9BF848AD-7986-98B2-D795-687B72471397}"/>
                </a:ext>
              </a:extLst>
            </p:cNvPr>
            <p:cNvCxnSpPr>
              <a:cxnSpLocks/>
              <a:stCxn id="129" idx="4"/>
              <a:endCxn id="152" idx="0"/>
            </p:cNvCxnSpPr>
            <p:nvPr/>
          </p:nvCxnSpPr>
          <p:spPr>
            <a:xfrm>
              <a:off x="9320102" y="12271525"/>
              <a:ext cx="736261" cy="393469"/>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371EE16F-B5CF-7AA8-68B9-96201B0C7FCD}"/>
                </a:ext>
              </a:extLst>
            </p:cNvPr>
            <p:cNvCxnSpPr>
              <a:cxnSpLocks/>
              <a:stCxn id="132" idx="4"/>
              <a:endCxn id="143" idx="0"/>
            </p:cNvCxnSpPr>
            <p:nvPr/>
          </p:nvCxnSpPr>
          <p:spPr>
            <a:xfrm flipH="1">
              <a:off x="8513401" y="12271525"/>
              <a:ext cx="2349663" cy="393469"/>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298772CB-3731-AEF7-13D2-6BB449B3F91C}"/>
                </a:ext>
              </a:extLst>
            </p:cNvPr>
            <p:cNvCxnSpPr>
              <a:cxnSpLocks/>
              <a:stCxn id="132" idx="4"/>
              <a:endCxn id="152" idx="0"/>
            </p:cNvCxnSpPr>
            <p:nvPr/>
          </p:nvCxnSpPr>
          <p:spPr>
            <a:xfrm flipH="1">
              <a:off x="10056363" y="12271525"/>
              <a:ext cx="806701" cy="393469"/>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11" name="Group 110">
              <a:extLst>
                <a:ext uri="{FF2B5EF4-FFF2-40B4-BE49-F238E27FC236}">
                  <a16:creationId xmlns:a16="http://schemas.microsoft.com/office/drawing/2014/main" id="{34FE869D-6C3A-180C-54BE-F86183592E75}"/>
                </a:ext>
              </a:extLst>
            </p:cNvPr>
            <p:cNvGrpSpPr/>
            <p:nvPr/>
          </p:nvGrpSpPr>
          <p:grpSpPr>
            <a:xfrm>
              <a:off x="6510528" y="9753878"/>
              <a:ext cx="5619149" cy="1063474"/>
              <a:chOff x="6510528" y="9753878"/>
              <a:chExt cx="5619149" cy="1063474"/>
            </a:xfrm>
          </p:grpSpPr>
          <p:sp>
            <p:nvSpPr>
              <p:cNvPr id="153" name="Oval 152">
                <a:extLst>
                  <a:ext uri="{FF2B5EF4-FFF2-40B4-BE49-F238E27FC236}">
                    <a16:creationId xmlns:a16="http://schemas.microsoft.com/office/drawing/2014/main" id="{12973EEC-9EA9-C351-BC77-DD9808149076}"/>
                  </a:ext>
                </a:extLst>
              </p:cNvPr>
              <p:cNvSpPr/>
              <p:nvPr/>
            </p:nvSpPr>
            <p:spPr>
              <a:xfrm>
                <a:off x="6510528" y="9756648"/>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154" name="Oval 153">
                <a:extLst>
                  <a:ext uri="{FF2B5EF4-FFF2-40B4-BE49-F238E27FC236}">
                    <a16:creationId xmlns:a16="http://schemas.microsoft.com/office/drawing/2014/main" id="{95616403-8E2C-345E-17AD-54F5797E9BCC}"/>
                  </a:ext>
                </a:extLst>
              </p:cNvPr>
              <p:cNvSpPr/>
              <p:nvPr/>
            </p:nvSpPr>
            <p:spPr>
              <a:xfrm>
                <a:off x="7983049" y="9753878"/>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157" name="Oval 156">
                <a:extLst>
                  <a:ext uri="{FF2B5EF4-FFF2-40B4-BE49-F238E27FC236}">
                    <a16:creationId xmlns:a16="http://schemas.microsoft.com/office/drawing/2014/main" id="{F78C1625-FB26-E45F-59D5-1075EA8130F8}"/>
                  </a:ext>
                </a:extLst>
              </p:cNvPr>
              <p:cNvSpPr/>
              <p:nvPr/>
            </p:nvSpPr>
            <p:spPr>
              <a:xfrm>
                <a:off x="9526011" y="9753878"/>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158" name="Oval 157">
                <a:extLst>
                  <a:ext uri="{FF2B5EF4-FFF2-40B4-BE49-F238E27FC236}">
                    <a16:creationId xmlns:a16="http://schemas.microsoft.com/office/drawing/2014/main" id="{6E6E17E0-818C-35E8-9ED0-709AEBA53C32}"/>
                  </a:ext>
                </a:extLst>
              </p:cNvPr>
              <p:cNvSpPr/>
              <p:nvPr/>
            </p:nvSpPr>
            <p:spPr>
              <a:xfrm>
                <a:off x="11068973" y="9753878"/>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grpSp>
        <p:grpSp>
          <p:nvGrpSpPr>
            <p:cNvPr id="112" name="Group 111">
              <a:extLst>
                <a:ext uri="{FF2B5EF4-FFF2-40B4-BE49-F238E27FC236}">
                  <a16:creationId xmlns:a16="http://schemas.microsoft.com/office/drawing/2014/main" id="{EA0D3434-7C6D-DA82-498C-0EF522516389}"/>
                </a:ext>
              </a:extLst>
            </p:cNvPr>
            <p:cNvGrpSpPr/>
            <p:nvPr/>
          </p:nvGrpSpPr>
          <p:grpSpPr>
            <a:xfrm>
              <a:off x="7983049" y="12664994"/>
              <a:ext cx="2603666" cy="1060704"/>
              <a:chOff x="8188958" y="13051814"/>
              <a:chExt cx="2603666" cy="1060704"/>
            </a:xfrm>
          </p:grpSpPr>
          <p:sp>
            <p:nvSpPr>
              <p:cNvPr id="143" name="Oval 142">
                <a:extLst>
                  <a:ext uri="{FF2B5EF4-FFF2-40B4-BE49-F238E27FC236}">
                    <a16:creationId xmlns:a16="http://schemas.microsoft.com/office/drawing/2014/main" id="{62AF1273-BAA9-90C7-A14F-04472FD2A0EF}"/>
                  </a:ext>
                </a:extLst>
              </p:cNvPr>
              <p:cNvSpPr/>
              <p:nvPr/>
            </p:nvSpPr>
            <p:spPr>
              <a:xfrm>
                <a:off x="8188958" y="13051814"/>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152" name="Oval 151">
                <a:extLst>
                  <a:ext uri="{FF2B5EF4-FFF2-40B4-BE49-F238E27FC236}">
                    <a16:creationId xmlns:a16="http://schemas.microsoft.com/office/drawing/2014/main" id="{87DDAF8E-5F9B-815B-C42F-F3C5C3417E0B}"/>
                  </a:ext>
                </a:extLst>
              </p:cNvPr>
              <p:cNvSpPr/>
              <p:nvPr/>
            </p:nvSpPr>
            <p:spPr>
              <a:xfrm>
                <a:off x="9731920" y="13051814"/>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grpSp>
        <p:grpSp>
          <p:nvGrpSpPr>
            <p:cNvPr id="114" name="Group 113">
              <a:extLst>
                <a:ext uri="{FF2B5EF4-FFF2-40B4-BE49-F238E27FC236}">
                  <a16:creationId xmlns:a16="http://schemas.microsoft.com/office/drawing/2014/main" id="{96B82A78-81FC-106E-E219-D4B3F222F732}"/>
                </a:ext>
              </a:extLst>
            </p:cNvPr>
            <p:cNvGrpSpPr/>
            <p:nvPr/>
          </p:nvGrpSpPr>
          <p:grpSpPr>
            <a:xfrm>
              <a:off x="7246788" y="11210821"/>
              <a:ext cx="4146628" cy="1060704"/>
              <a:chOff x="7452697" y="13051814"/>
              <a:chExt cx="4146628" cy="1060704"/>
            </a:xfrm>
          </p:grpSpPr>
          <p:sp>
            <p:nvSpPr>
              <p:cNvPr id="115" name="Oval 114">
                <a:extLst>
                  <a:ext uri="{FF2B5EF4-FFF2-40B4-BE49-F238E27FC236}">
                    <a16:creationId xmlns:a16="http://schemas.microsoft.com/office/drawing/2014/main" id="{E9F79368-1CF5-CD57-CCB5-7579D9BC4126}"/>
                  </a:ext>
                </a:extLst>
              </p:cNvPr>
              <p:cNvSpPr/>
              <p:nvPr/>
            </p:nvSpPr>
            <p:spPr>
              <a:xfrm>
                <a:off x="7452697" y="13051814"/>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129" name="Oval 128">
                <a:extLst>
                  <a:ext uri="{FF2B5EF4-FFF2-40B4-BE49-F238E27FC236}">
                    <a16:creationId xmlns:a16="http://schemas.microsoft.com/office/drawing/2014/main" id="{C1716F36-8FD4-2E43-4952-5D8A1B7C7CC3}"/>
                  </a:ext>
                </a:extLst>
              </p:cNvPr>
              <p:cNvSpPr/>
              <p:nvPr/>
            </p:nvSpPr>
            <p:spPr>
              <a:xfrm>
                <a:off x="8995659" y="13051814"/>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132" name="Oval 131">
                <a:extLst>
                  <a:ext uri="{FF2B5EF4-FFF2-40B4-BE49-F238E27FC236}">
                    <a16:creationId xmlns:a16="http://schemas.microsoft.com/office/drawing/2014/main" id="{62824C90-4E97-D43A-E58F-DE65FE955AF8}"/>
                  </a:ext>
                </a:extLst>
              </p:cNvPr>
              <p:cNvSpPr/>
              <p:nvPr/>
            </p:nvSpPr>
            <p:spPr>
              <a:xfrm>
                <a:off x="10538621" y="13051814"/>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grpSp>
      </p:grpSp>
    </p:spTree>
    <p:extLst>
      <p:ext uri="{BB962C8B-B14F-4D97-AF65-F5344CB8AC3E}">
        <p14:creationId xmlns:p14="http://schemas.microsoft.com/office/powerpoint/2010/main" val="18117064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13A12-A6B1-AA54-5417-8816E58657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7EBFFF-E133-AE5F-49F0-5B186DF2C9BE}"/>
              </a:ext>
            </a:extLst>
          </p:cNvPr>
          <p:cNvSpPr>
            <a:spLocks noGrp="1"/>
          </p:cNvSpPr>
          <p:nvPr>
            <p:ph type="title"/>
          </p:nvPr>
        </p:nvSpPr>
        <p:spPr/>
        <p:txBody>
          <a:bodyPr/>
          <a:lstStyle/>
          <a:p>
            <a:r>
              <a:rPr lang="en-US" dirty="0"/>
              <a:t>Fusion Techniques</a:t>
            </a:r>
          </a:p>
        </p:txBody>
      </p:sp>
      <p:pic>
        <p:nvPicPr>
          <p:cNvPr id="4" name="Picture 3">
            <a:extLst>
              <a:ext uri="{FF2B5EF4-FFF2-40B4-BE49-F238E27FC236}">
                <a16:creationId xmlns:a16="http://schemas.microsoft.com/office/drawing/2014/main" id="{DE360A6F-6F1D-3E41-FA96-9E970B072718}"/>
              </a:ext>
            </a:extLst>
          </p:cNvPr>
          <p:cNvPicPr>
            <a:picLocks noChangeAspect="1"/>
          </p:cNvPicPr>
          <p:nvPr/>
        </p:nvPicPr>
        <p:blipFill>
          <a:blip r:embed="rId3"/>
          <a:srcRect l="8859" t="19593" r="8286" b="12616"/>
          <a:stretch/>
        </p:blipFill>
        <p:spPr>
          <a:xfrm>
            <a:off x="3567525" y="4748505"/>
            <a:ext cx="6769271" cy="5538495"/>
          </a:xfrm>
          <a:prstGeom prst="rect">
            <a:avLst/>
          </a:prstGeom>
        </p:spPr>
      </p:pic>
      <p:pic>
        <p:nvPicPr>
          <p:cNvPr id="7" name="Picture 4">
            <a:extLst>
              <a:ext uri="{FF2B5EF4-FFF2-40B4-BE49-F238E27FC236}">
                <a16:creationId xmlns:a16="http://schemas.microsoft.com/office/drawing/2014/main" id="{A3BD2DFA-2BE0-5441-5A24-AC2FB8D5D8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48613" y="5000477"/>
            <a:ext cx="5340093" cy="5327256"/>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Connector 15">
            <a:extLst>
              <a:ext uri="{FF2B5EF4-FFF2-40B4-BE49-F238E27FC236}">
                <a16:creationId xmlns:a16="http://schemas.microsoft.com/office/drawing/2014/main" id="{B4B0AC5E-3B1F-D58C-2D3E-57B51C96DD20}"/>
              </a:ext>
            </a:extLst>
          </p:cNvPr>
          <p:cNvCxnSpPr>
            <a:cxnSpLocks/>
            <a:stCxn id="150" idx="0"/>
            <a:endCxn id="15" idx="4"/>
          </p:cNvCxnSpPr>
          <p:nvPr/>
        </p:nvCxnSpPr>
        <p:spPr>
          <a:xfrm flipH="1" flipV="1">
            <a:off x="6145458" y="14487419"/>
            <a:ext cx="3398174" cy="1039646"/>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AEB53D4-0117-4875-7E55-0C73BDFACC07}"/>
              </a:ext>
            </a:extLst>
          </p:cNvPr>
          <p:cNvCxnSpPr>
            <a:cxnSpLocks/>
            <a:stCxn id="150" idx="0"/>
            <a:endCxn id="17" idx="4"/>
          </p:cNvCxnSpPr>
          <p:nvPr/>
        </p:nvCxnSpPr>
        <p:spPr>
          <a:xfrm flipH="1" flipV="1">
            <a:off x="7688420" y="14487419"/>
            <a:ext cx="1855212" cy="1039646"/>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24E6FA3-C387-3167-4796-67D794756345}"/>
              </a:ext>
            </a:extLst>
          </p:cNvPr>
          <p:cNvCxnSpPr>
            <a:cxnSpLocks/>
            <a:stCxn id="150" idx="0"/>
            <a:endCxn id="144" idx="4"/>
          </p:cNvCxnSpPr>
          <p:nvPr/>
        </p:nvCxnSpPr>
        <p:spPr>
          <a:xfrm flipV="1">
            <a:off x="9543632" y="14375338"/>
            <a:ext cx="3085915" cy="1151727"/>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1269171-820A-8C3C-C7FB-7B62CAC0AC41}"/>
              </a:ext>
            </a:extLst>
          </p:cNvPr>
          <p:cNvCxnSpPr>
            <a:cxnSpLocks/>
            <a:stCxn id="150" idx="0"/>
            <a:endCxn id="145" idx="4"/>
          </p:cNvCxnSpPr>
          <p:nvPr/>
        </p:nvCxnSpPr>
        <p:spPr>
          <a:xfrm flipV="1">
            <a:off x="9543632" y="14375338"/>
            <a:ext cx="4628877" cy="1151727"/>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B5A03DCA-96DA-AB3C-2D62-9E999835FD53}"/>
              </a:ext>
            </a:extLst>
          </p:cNvPr>
          <p:cNvCxnSpPr>
            <a:cxnSpLocks/>
            <a:stCxn id="151" idx="0"/>
            <a:endCxn id="15" idx="4"/>
          </p:cNvCxnSpPr>
          <p:nvPr/>
        </p:nvCxnSpPr>
        <p:spPr>
          <a:xfrm flipH="1" flipV="1">
            <a:off x="6145458" y="14487419"/>
            <a:ext cx="4941136" cy="1039646"/>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FA2226-F901-4578-1A68-08EF0AB20606}"/>
              </a:ext>
            </a:extLst>
          </p:cNvPr>
          <p:cNvCxnSpPr>
            <a:cxnSpLocks/>
            <a:stCxn id="151" idx="0"/>
            <a:endCxn id="17" idx="4"/>
          </p:cNvCxnSpPr>
          <p:nvPr/>
        </p:nvCxnSpPr>
        <p:spPr>
          <a:xfrm flipH="1" flipV="1">
            <a:off x="7688420" y="14487419"/>
            <a:ext cx="3398174" cy="1039646"/>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D4880E59-A01B-DCF0-8069-1356937486BA}"/>
              </a:ext>
            </a:extLst>
          </p:cNvPr>
          <p:cNvCxnSpPr>
            <a:cxnSpLocks/>
            <a:stCxn id="151" idx="0"/>
            <a:endCxn id="145" idx="4"/>
          </p:cNvCxnSpPr>
          <p:nvPr/>
        </p:nvCxnSpPr>
        <p:spPr>
          <a:xfrm flipV="1">
            <a:off x="11086594" y="14375338"/>
            <a:ext cx="3085915" cy="1151727"/>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3244E42A-E2FA-85E2-1C2F-E4041AEF98C9}"/>
              </a:ext>
            </a:extLst>
          </p:cNvPr>
          <p:cNvCxnSpPr>
            <a:cxnSpLocks/>
            <a:stCxn id="151" idx="0"/>
            <a:endCxn id="144" idx="4"/>
          </p:cNvCxnSpPr>
          <p:nvPr/>
        </p:nvCxnSpPr>
        <p:spPr>
          <a:xfrm flipV="1">
            <a:off x="11086594" y="14375338"/>
            <a:ext cx="1542953" cy="1151727"/>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99B39276-2C2C-37F3-B691-74793716718A}"/>
              </a:ext>
            </a:extLst>
          </p:cNvPr>
          <p:cNvCxnSpPr>
            <a:cxnSpLocks/>
            <a:stCxn id="155" idx="0"/>
          </p:cNvCxnSpPr>
          <p:nvPr/>
        </p:nvCxnSpPr>
        <p:spPr>
          <a:xfrm flipV="1">
            <a:off x="9543632" y="16587769"/>
            <a:ext cx="0" cy="493776"/>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74BD6796-8F6B-6E70-1754-438B2E8060B0}"/>
              </a:ext>
            </a:extLst>
          </p:cNvPr>
          <p:cNvCxnSpPr>
            <a:cxnSpLocks/>
            <a:endCxn id="150" idx="4"/>
          </p:cNvCxnSpPr>
          <p:nvPr/>
        </p:nvCxnSpPr>
        <p:spPr>
          <a:xfrm flipH="1" flipV="1">
            <a:off x="9543632" y="16587769"/>
            <a:ext cx="1542962" cy="493776"/>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42CAB37E-B7A7-38E6-FE35-FABA7E95A9CD}"/>
              </a:ext>
            </a:extLst>
          </p:cNvPr>
          <p:cNvCxnSpPr>
            <a:cxnSpLocks/>
          </p:cNvCxnSpPr>
          <p:nvPr/>
        </p:nvCxnSpPr>
        <p:spPr>
          <a:xfrm flipV="1">
            <a:off x="9543632" y="16587769"/>
            <a:ext cx="1542962" cy="493776"/>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5BC87E79-D58D-B648-1009-DD3C800749B9}"/>
              </a:ext>
            </a:extLst>
          </p:cNvPr>
          <p:cNvCxnSpPr>
            <a:cxnSpLocks/>
            <a:stCxn id="151" idx="4"/>
            <a:endCxn id="156" idx="0"/>
          </p:cNvCxnSpPr>
          <p:nvPr/>
        </p:nvCxnSpPr>
        <p:spPr>
          <a:xfrm>
            <a:off x="11086594" y="16587769"/>
            <a:ext cx="0" cy="493776"/>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50" name="Oval 149">
            <a:extLst>
              <a:ext uri="{FF2B5EF4-FFF2-40B4-BE49-F238E27FC236}">
                <a16:creationId xmlns:a16="http://schemas.microsoft.com/office/drawing/2014/main" id="{5E0C727B-023B-3AB1-590F-FEAC7D580475}"/>
              </a:ext>
            </a:extLst>
          </p:cNvPr>
          <p:cNvSpPr/>
          <p:nvPr/>
        </p:nvSpPr>
        <p:spPr>
          <a:xfrm>
            <a:off x="9013280" y="15527065"/>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151" name="Oval 150">
            <a:extLst>
              <a:ext uri="{FF2B5EF4-FFF2-40B4-BE49-F238E27FC236}">
                <a16:creationId xmlns:a16="http://schemas.microsoft.com/office/drawing/2014/main" id="{F2FCD5F2-E738-6C33-98CB-AB570700DEB4}"/>
              </a:ext>
            </a:extLst>
          </p:cNvPr>
          <p:cNvSpPr/>
          <p:nvPr/>
        </p:nvSpPr>
        <p:spPr>
          <a:xfrm>
            <a:off x="10556242" y="15527065"/>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155" name="Oval 154">
            <a:extLst>
              <a:ext uri="{FF2B5EF4-FFF2-40B4-BE49-F238E27FC236}">
                <a16:creationId xmlns:a16="http://schemas.microsoft.com/office/drawing/2014/main" id="{9F0C3DC0-7F3E-18DB-8A95-4AB06ACE3EA5}"/>
              </a:ext>
            </a:extLst>
          </p:cNvPr>
          <p:cNvSpPr/>
          <p:nvPr/>
        </p:nvSpPr>
        <p:spPr>
          <a:xfrm>
            <a:off x="9013280" y="17081545"/>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156" name="Oval 155">
            <a:extLst>
              <a:ext uri="{FF2B5EF4-FFF2-40B4-BE49-F238E27FC236}">
                <a16:creationId xmlns:a16="http://schemas.microsoft.com/office/drawing/2014/main" id="{16AFD969-1282-CE04-9FC3-D31929C4B1BB}"/>
              </a:ext>
            </a:extLst>
          </p:cNvPr>
          <p:cNvSpPr/>
          <p:nvPr/>
        </p:nvSpPr>
        <p:spPr>
          <a:xfrm>
            <a:off x="10556242" y="17081545"/>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cxnSp>
        <p:nvCxnSpPr>
          <p:cNvPr id="160" name="Straight Connector 159">
            <a:extLst>
              <a:ext uri="{FF2B5EF4-FFF2-40B4-BE49-F238E27FC236}">
                <a16:creationId xmlns:a16="http://schemas.microsoft.com/office/drawing/2014/main" id="{46120F72-907C-0B32-C2EE-854857556512}"/>
              </a:ext>
            </a:extLst>
          </p:cNvPr>
          <p:cNvCxnSpPr>
            <a:cxnSpLocks/>
            <a:stCxn id="32" idx="0"/>
          </p:cNvCxnSpPr>
          <p:nvPr/>
        </p:nvCxnSpPr>
        <p:spPr>
          <a:xfrm flipH="1" flipV="1">
            <a:off x="6421807" y="11576303"/>
            <a:ext cx="2073314"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285A3A9C-DE58-F467-6D61-A22D2B569277}"/>
              </a:ext>
            </a:extLst>
          </p:cNvPr>
          <p:cNvCxnSpPr>
            <a:cxnSpLocks/>
            <a:endCxn id="147" idx="4"/>
          </p:cNvCxnSpPr>
          <p:nvPr/>
        </p:nvCxnSpPr>
        <p:spPr>
          <a:xfrm flipH="1" flipV="1">
            <a:off x="12629547" y="11504955"/>
            <a:ext cx="2349663" cy="417020"/>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17" name="Group 116">
            <a:extLst>
              <a:ext uri="{FF2B5EF4-FFF2-40B4-BE49-F238E27FC236}">
                <a16:creationId xmlns:a16="http://schemas.microsoft.com/office/drawing/2014/main" id="{8EE7CDD7-E4BB-0EC8-79E5-E8DDEE169C17}"/>
              </a:ext>
            </a:extLst>
          </p:cNvPr>
          <p:cNvGrpSpPr/>
          <p:nvPr/>
        </p:nvGrpSpPr>
        <p:grpSpPr>
          <a:xfrm>
            <a:off x="10626674" y="10444251"/>
            <a:ext cx="5619149" cy="3931087"/>
            <a:chOff x="6510528" y="9753878"/>
            <a:chExt cx="5619149" cy="3931087"/>
          </a:xfrm>
        </p:grpSpPr>
        <p:cxnSp>
          <p:nvCxnSpPr>
            <p:cNvPr id="118" name="Straight Connector 117">
              <a:extLst>
                <a:ext uri="{FF2B5EF4-FFF2-40B4-BE49-F238E27FC236}">
                  <a16:creationId xmlns:a16="http://schemas.microsoft.com/office/drawing/2014/main" id="{AA88E7C1-C9AF-2CD0-1EDD-103EA3112185}"/>
                </a:ext>
              </a:extLst>
            </p:cNvPr>
            <p:cNvCxnSpPr>
              <a:stCxn id="146" idx="4"/>
              <a:endCxn id="140" idx="0"/>
            </p:cNvCxnSpPr>
            <p:nvPr/>
          </p:nvCxnSpPr>
          <p:spPr>
            <a:xfrm>
              <a:off x="7040880" y="10817352"/>
              <a:ext cx="736260" cy="39346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1A122342-170B-5BF2-4843-69F389C03ABE}"/>
                </a:ext>
              </a:extLst>
            </p:cNvPr>
            <p:cNvCxnSpPr>
              <a:cxnSpLocks/>
              <a:stCxn id="147" idx="4"/>
              <a:endCxn id="140" idx="0"/>
            </p:cNvCxnSpPr>
            <p:nvPr/>
          </p:nvCxnSpPr>
          <p:spPr>
            <a:xfrm flipH="1">
              <a:off x="7777140" y="10814582"/>
              <a:ext cx="736261"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CBCCF112-549C-E2A7-B541-B59D27558E6E}"/>
                </a:ext>
              </a:extLst>
            </p:cNvPr>
            <p:cNvCxnSpPr>
              <a:cxnSpLocks/>
              <a:stCxn id="148" idx="4"/>
              <a:endCxn id="140" idx="0"/>
            </p:cNvCxnSpPr>
            <p:nvPr/>
          </p:nvCxnSpPr>
          <p:spPr>
            <a:xfrm flipH="1">
              <a:off x="7777140" y="10814582"/>
              <a:ext cx="2279223"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7BC0D8B1-1188-D89B-0E8A-B1938B4B316F}"/>
                </a:ext>
              </a:extLst>
            </p:cNvPr>
            <p:cNvCxnSpPr>
              <a:cxnSpLocks/>
              <a:stCxn id="149" idx="4"/>
              <a:endCxn id="140" idx="0"/>
            </p:cNvCxnSpPr>
            <p:nvPr/>
          </p:nvCxnSpPr>
          <p:spPr>
            <a:xfrm flipH="1">
              <a:off x="7777140" y="10814582"/>
              <a:ext cx="3822185"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12B96B7-B304-342F-BF56-3B831BD2D76F}"/>
                </a:ext>
              </a:extLst>
            </p:cNvPr>
            <p:cNvCxnSpPr>
              <a:cxnSpLocks/>
              <a:stCxn id="147" idx="4"/>
              <a:endCxn id="141" idx="0"/>
            </p:cNvCxnSpPr>
            <p:nvPr/>
          </p:nvCxnSpPr>
          <p:spPr>
            <a:xfrm>
              <a:off x="8513401" y="10814582"/>
              <a:ext cx="806701"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B18EA3CD-DE8E-AF93-9B1F-7343365FE66F}"/>
                </a:ext>
              </a:extLst>
            </p:cNvPr>
            <p:cNvCxnSpPr>
              <a:cxnSpLocks/>
              <a:stCxn id="148" idx="4"/>
              <a:endCxn id="141" idx="0"/>
            </p:cNvCxnSpPr>
            <p:nvPr/>
          </p:nvCxnSpPr>
          <p:spPr>
            <a:xfrm flipH="1">
              <a:off x="9320102" y="10814582"/>
              <a:ext cx="736261"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8A41111D-8F0A-1AC6-4C80-5A2218459EB0}"/>
                </a:ext>
              </a:extLst>
            </p:cNvPr>
            <p:cNvCxnSpPr>
              <a:cxnSpLocks/>
              <a:stCxn id="148" idx="4"/>
              <a:endCxn id="142" idx="0"/>
            </p:cNvCxnSpPr>
            <p:nvPr/>
          </p:nvCxnSpPr>
          <p:spPr>
            <a:xfrm>
              <a:off x="10056363" y="10814582"/>
              <a:ext cx="806701"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5196675A-97A0-8717-A848-DDF84D37F371}"/>
                </a:ext>
              </a:extLst>
            </p:cNvPr>
            <p:cNvCxnSpPr>
              <a:cxnSpLocks/>
              <a:stCxn id="149" idx="4"/>
              <a:endCxn id="142" idx="0"/>
            </p:cNvCxnSpPr>
            <p:nvPr/>
          </p:nvCxnSpPr>
          <p:spPr>
            <a:xfrm flipH="1">
              <a:off x="10863064" y="10814582"/>
              <a:ext cx="736261"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8F7D2472-04AD-8D3A-5B34-EE79638B880D}"/>
                </a:ext>
              </a:extLst>
            </p:cNvPr>
            <p:cNvCxnSpPr>
              <a:cxnSpLocks/>
              <a:stCxn id="149" idx="4"/>
              <a:endCxn id="141" idx="0"/>
            </p:cNvCxnSpPr>
            <p:nvPr/>
          </p:nvCxnSpPr>
          <p:spPr>
            <a:xfrm flipH="1">
              <a:off x="9320102" y="10814582"/>
              <a:ext cx="2279223"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9CAA63AF-3F93-F21C-CE79-3E61135B7F2D}"/>
                </a:ext>
              </a:extLst>
            </p:cNvPr>
            <p:cNvCxnSpPr>
              <a:cxnSpLocks/>
              <a:stCxn id="146" idx="4"/>
              <a:endCxn id="141" idx="0"/>
            </p:cNvCxnSpPr>
            <p:nvPr/>
          </p:nvCxnSpPr>
          <p:spPr>
            <a:xfrm>
              <a:off x="7040880" y="10817352"/>
              <a:ext cx="2279222" cy="39346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37AF848D-247B-C5A0-4769-D03969844863}"/>
                </a:ext>
              </a:extLst>
            </p:cNvPr>
            <p:cNvCxnSpPr>
              <a:cxnSpLocks/>
              <a:stCxn id="146" idx="4"/>
              <a:endCxn id="142" idx="0"/>
            </p:cNvCxnSpPr>
            <p:nvPr/>
          </p:nvCxnSpPr>
          <p:spPr>
            <a:xfrm>
              <a:off x="7040880" y="10817352"/>
              <a:ext cx="3822184" cy="39346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A7FACAFC-D86A-0E76-C30F-ACBDF02CE257}"/>
                </a:ext>
              </a:extLst>
            </p:cNvPr>
            <p:cNvCxnSpPr>
              <a:cxnSpLocks/>
              <a:stCxn id="140" idx="4"/>
              <a:endCxn id="144" idx="0"/>
            </p:cNvCxnSpPr>
            <p:nvPr/>
          </p:nvCxnSpPr>
          <p:spPr>
            <a:xfrm>
              <a:off x="7777140" y="12271525"/>
              <a:ext cx="736261" cy="352736"/>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A0C1CDA6-E312-AD61-1AAA-4610F311B06F}"/>
                </a:ext>
              </a:extLst>
            </p:cNvPr>
            <p:cNvCxnSpPr>
              <a:cxnSpLocks/>
              <a:stCxn id="140" idx="4"/>
              <a:endCxn id="145" idx="0"/>
            </p:cNvCxnSpPr>
            <p:nvPr/>
          </p:nvCxnSpPr>
          <p:spPr>
            <a:xfrm>
              <a:off x="7777140" y="12271525"/>
              <a:ext cx="2279223" cy="352736"/>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4F32E239-252F-BDC9-1006-838420B24964}"/>
                </a:ext>
              </a:extLst>
            </p:cNvPr>
            <p:cNvCxnSpPr>
              <a:cxnSpLocks/>
              <a:stCxn id="141" idx="4"/>
              <a:endCxn id="144" idx="0"/>
            </p:cNvCxnSpPr>
            <p:nvPr/>
          </p:nvCxnSpPr>
          <p:spPr>
            <a:xfrm flipH="1">
              <a:off x="8513401" y="12271525"/>
              <a:ext cx="806701" cy="352736"/>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301FA197-6A42-AD85-3AF7-A38CC614CA09}"/>
                </a:ext>
              </a:extLst>
            </p:cNvPr>
            <p:cNvCxnSpPr>
              <a:cxnSpLocks/>
              <a:stCxn id="141" idx="4"/>
              <a:endCxn id="145" idx="0"/>
            </p:cNvCxnSpPr>
            <p:nvPr/>
          </p:nvCxnSpPr>
          <p:spPr>
            <a:xfrm>
              <a:off x="9320102" y="12271525"/>
              <a:ext cx="736261" cy="352736"/>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786D90F4-5BC2-2F66-9904-39EB87890D6E}"/>
                </a:ext>
              </a:extLst>
            </p:cNvPr>
            <p:cNvCxnSpPr>
              <a:cxnSpLocks/>
              <a:stCxn id="142" idx="4"/>
              <a:endCxn id="144" idx="0"/>
            </p:cNvCxnSpPr>
            <p:nvPr/>
          </p:nvCxnSpPr>
          <p:spPr>
            <a:xfrm flipH="1">
              <a:off x="8513401" y="12271525"/>
              <a:ext cx="2349663" cy="352736"/>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381867D3-11E8-5732-2C8E-BA5DA63D6B88}"/>
                </a:ext>
              </a:extLst>
            </p:cNvPr>
            <p:cNvCxnSpPr>
              <a:cxnSpLocks/>
              <a:stCxn id="142" idx="4"/>
              <a:endCxn id="145" idx="0"/>
            </p:cNvCxnSpPr>
            <p:nvPr/>
          </p:nvCxnSpPr>
          <p:spPr>
            <a:xfrm flipH="1">
              <a:off x="10056363" y="12271525"/>
              <a:ext cx="806701" cy="352736"/>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37" name="Group 136">
              <a:extLst>
                <a:ext uri="{FF2B5EF4-FFF2-40B4-BE49-F238E27FC236}">
                  <a16:creationId xmlns:a16="http://schemas.microsoft.com/office/drawing/2014/main" id="{7E0446C2-F31D-C6D6-368E-F696BE5CC0DB}"/>
                </a:ext>
              </a:extLst>
            </p:cNvPr>
            <p:cNvGrpSpPr/>
            <p:nvPr/>
          </p:nvGrpSpPr>
          <p:grpSpPr>
            <a:xfrm>
              <a:off x="6510528" y="9753878"/>
              <a:ext cx="5619149" cy="1063474"/>
              <a:chOff x="6510528" y="9753878"/>
              <a:chExt cx="5619149" cy="1063474"/>
            </a:xfrm>
          </p:grpSpPr>
          <p:sp>
            <p:nvSpPr>
              <p:cNvPr id="146" name="Oval 145">
                <a:extLst>
                  <a:ext uri="{FF2B5EF4-FFF2-40B4-BE49-F238E27FC236}">
                    <a16:creationId xmlns:a16="http://schemas.microsoft.com/office/drawing/2014/main" id="{99E4CF75-AEF1-5814-3E58-7C3346F6B59F}"/>
                  </a:ext>
                </a:extLst>
              </p:cNvPr>
              <p:cNvSpPr/>
              <p:nvPr/>
            </p:nvSpPr>
            <p:spPr>
              <a:xfrm>
                <a:off x="6510528" y="9756648"/>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147" name="Oval 146">
                <a:extLst>
                  <a:ext uri="{FF2B5EF4-FFF2-40B4-BE49-F238E27FC236}">
                    <a16:creationId xmlns:a16="http://schemas.microsoft.com/office/drawing/2014/main" id="{C010E3D1-4CFC-89DF-D156-E14759C755FC}"/>
                  </a:ext>
                </a:extLst>
              </p:cNvPr>
              <p:cNvSpPr/>
              <p:nvPr/>
            </p:nvSpPr>
            <p:spPr>
              <a:xfrm>
                <a:off x="7983049" y="9753878"/>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148" name="Oval 147">
                <a:extLst>
                  <a:ext uri="{FF2B5EF4-FFF2-40B4-BE49-F238E27FC236}">
                    <a16:creationId xmlns:a16="http://schemas.microsoft.com/office/drawing/2014/main" id="{96D1300B-48F6-5BCB-39B8-77A37047ABB7}"/>
                  </a:ext>
                </a:extLst>
              </p:cNvPr>
              <p:cNvSpPr/>
              <p:nvPr/>
            </p:nvSpPr>
            <p:spPr>
              <a:xfrm>
                <a:off x="9526011" y="9753878"/>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149" name="Oval 148">
                <a:extLst>
                  <a:ext uri="{FF2B5EF4-FFF2-40B4-BE49-F238E27FC236}">
                    <a16:creationId xmlns:a16="http://schemas.microsoft.com/office/drawing/2014/main" id="{C8704DD4-EB0A-00B3-67CA-7CC5DB7FE3EB}"/>
                  </a:ext>
                </a:extLst>
              </p:cNvPr>
              <p:cNvSpPr/>
              <p:nvPr/>
            </p:nvSpPr>
            <p:spPr>
              <a:xfrm>
                <a:off x="11068973" y="9753878"/>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grpSp>
        <p:grpSp>
          <p:nvGrpSpPr>
            <p:cNvPr id="138" name="Group 137">
              <a:extLst>
                <a:ext uri="{FF2B5EF4-FFF2-40B4-BE49-F238E27FC236}">
                  <a16:creationId xmlns:a16="http://schemas.microsoft.com/office/drawing/2014/main" id="{6ABF4D89-478B-CFAC-30B5-360047BD9384}"/>
                </a:ext>
              </a:extLst>
            </p:cNvPr>
            <p:cNvGrpSpPr/>
            <p:nvPr/>
          </p:nvGrpSpPr>
          <p:grpSpPr>
            <a:xfrm>
              <a:off x="7983049" y="12624261"/>
              <a:ext cx="2603666" cy="1060704"/>
              <a:chOff x="8188958" y="13011081"/>
              <a:chExt cx="2603666" cy="1060704"/>
            </a:xfrm>
          </p:grpSpPr>
          <p:sp>
            <p:nvSpPr>
              <p:cNvPr id="144" name="Oval 143">
                <a:extLst>
                  <a:ext uri="{FF2B5EF4-FFF2-40B4-BE49-F238E27FC236}">
                    <a16:creationId xmlns:a16="http://schemas.microsoft.com/office/drawing/2014/main" id="{05FE29B0-322C-01C5-DD34-5CE7AFB830CD}"/>
                  </a:ext>
                </a:extLst>
              </p:cNvPr>
              <p:cNvSpPr/>
              <p:nvPr/>
            </p:nvSpPr>
            <p:spPr>
              <a:xfrm>
                <a:off x="8188958" y="13011081"/>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145" name="Oval 144">
                <a:extLst>
                  <a:ext uri="{FF2B5EF4-FFF2-40B4-BE49-F238E27FC236}">
                    <a16:creationId xmlns:a16="http://schemas.microsoft.com/office/drawing/2014/main" id="{DF4F42CE-C8B2-4D94-93D4-D4BB24A99862}"/>
                  </a:ext>
                </a:extLst>
              </p:cNvPr>
              <p:cNvSpPr/>
              <p:nvPr/>
            </p:nvSpPr>
            <p:spPr>
              <a:xfrm>
                <a:off x="9731920" y="13011081"/>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grpSp>
        <p:grpSp>
          <p:nvGrpSpPr>
            <p:cNvPr id="139" name="Group 138">
              <a:extLst>
                <a:ext uri="{FF2B5EF4-FFF2-40B4-BE49-F238E27FC236}">
                  <a16:creationId xmlns:a16="http://schemas.microsoft.com/office/drawing/2014/main" id="{BCC7798F-9162-7F6A-BF41-26C7E82D3A92}"/>
                </a:ext>
              </a:extLst>
            </p:cNvPr>
            <p:cNvGrpSpPr/>
            <p:nvPr/>
          </p:nvGrpSpPr>
          <p:grpSpPr>
            <a:xfrm>
              <a:off x="7246788" y="11210821"/>
              <a:ext cx="4146628" cy="1060704"/>
              <a:chOff x="7452697" y="13051814"/>
              <a:chExt cx="4146628" cy="1060704"/>
            </a:xfrm>
          </p:grpSpPr>
          <p:sp>
            <p:nvSpPr>
              <p:cNvPr id="140" name="Oval 139">
                <a:extLst>
                  <a:ext uri="{FF2B5EF4-FFF2-40B4-BE49-F238E27FC236}">
                    <a16:creationId xmlns:a16="http://schemas.microsoft.com/office/drawing/2014/main" id="{9D49A2D6-7E34-EC50-1140-34C44717F899}"/>
                  </a:ext>
                </a:extLst>
              </p:cNvPr>
              <p:cNvSpPr/>
              <p:nvPr/>
            </p:nvSpPr>
            <p:spPr>
              <a:xfrm>
                <a:off x="7452697" y="13051814"/>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141" name="Oval 140">
                <a:extLst>
                  <a:ext uri="{FF2B5EF4-FFF2-40B4-BE49-F238E27FC236}">
                    <a16:creationId xmlns:a16="http://schemas.microsoft.com/office/drawing/2014/main" id="{CB0507C0-30E5-D311-C4A4-C4C07A836F9E}"/>
                  </a:ext>
                </a:extLst>
              </p:cNvPr>
              <p:cNvSpPr/>
              <p:nvPr/>
            </p:nvSpPr>
            <p:spPr>
              <a:xfrm>
                <a:off x="8995659" y="13051814"/>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142" name="Oval 141">
                <a:extLst>
                  <a:ext uri="{FF2B5EF4-FFF2-40B4-BE49-F238E27FC236}">
                    <a16:creationId xmlns:a16="http://schemas.microsoft.com/office/drawing/2014/main" id="{2A4AB72E-48F6-D599-2F27-6C960C117492}"/>
                  </a:ext>
                </a:extLst>
              </p:cNvPr>
              <p:cNvSpPr/>
              <p:nvPr/>
            </p:nvSpPr>
            <p:spPr>
              <a:xfrm>
                <a:off x="10538621" y="13051814"/>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grpSp>
      </p:grpSp>
      <p:grpSp>
        <p:nvGrpSpPr>
          <p:cNvPr id="116" name="Group 115">
            <a:extLst>
              <a:ext uri="{FF2B5EF4-FFF2-40B4-BE49-F238E27FC236}">
                <a16:creationId xmlns:a16="http://schemas.microsoft.com/office/drawing/2014/main" id="{39455E02-ADD8-3BC5-9464-8C75EC19B078}"/>
              </a:ext>
            </a:extLst>
          </p:cNvPr>
          <p:cNvGrpSpPr/>
          <p:nvPr/>
        </p:nvGrpSpPr>
        <p:grpSpPr>
          <a:xfrm>
            <a:off x="4142585" y="10515599"/>
            <a:ext cx="5619149" cy="3971820"/>
            <a:chOff x="6510528" y="9753878"/>
            <a:chExt cx="5619149" cy="3971820"/>
          </a:xfrm>
        </p:grpSpPr>
        <p:cxnSp>
          <p:nvCxnSpPr>
            <p:cNvPr id="34" name="Straight Connector 33">
              <a:extLst>
                <a:ext uri="{FF2B5EF4-FFF2-40B4-BE49-F238E27FC236}">
                  <a16:creationId xmlns:a16="http://schemas.microsoft.com/office/drawing/2014/main" id="{3528FEEE-B954-FEF4-DF9E-E4B0D3B88951}"/>
                </a:ext>
              </a:extLst>
            </p:cNvPr>
            <p:cNvCxnSpPr>
              <a:stCxn id="9" idx="4"/>
              <a:endCxn id="30" idx="0"/>
            </p:cNvCxnSpPr>
            <p:nvPr/>
          </p:nvCxnSpPr>
          <p:spPr>
            <a:xfrm>
              <a:off x="7040880" y="10817352"/>
              <a:ext cx="736260" cy="39346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5FBA0B5-05AD-EBAC-0C32-5FF416C49CCC}"/>
                </a:ext>
              </a:extLst>
            </p:cNvPr>
            <p:cNvCxnSpPr>
              <a:cxnSpLocks/>
              <a:stCxn id="10" idx="4"/>
              <a:endCxn id="30" idx="0"/>
            </p:cNvCxnSpPr>
            <p:nvPr/>
          </p:nvCxnSpPr>
          <p:spPr>
            <a:xfrm flipH="1">
              <a:off x="7777140" y="10814582"/>
              <a:ext cx="736261"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BB7687C-AB71-5EB8-FCC9-072E12A10F5A}"/>
                </a:ext>
              </a:extLst>
            </p:cNvPr>
            <p:cNvCxnSpPr>
              <a:cxnSpLocks/>
              <a:stCxn id="11" idx="4"/>
              <a:endCxn id="30" idx="0"/>
            </p:cNvCxnSpPr>
            <p:nvPr/>
          </p:nvCxnSpPr>
          <p:spPr>
            <a:xfrm flipH="1">
              <a:off x="7777140" y="10814582"/>
              <a:ext cx="2279223"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818A517-6ACD-32E8-0E55-9613951153E2}"/>
                </a:ext>
              </a:extLst>
            </p:cNvPr>
            <p:cNvCxnSpPr>
              <a:cxnSpLocks/>
              <a:stCxn id="12" idx="4"/>
              <a:endCxn id="30" idx="0"/>
            </p:cNvCxnSpPr>
            <p:nvPr/>
          </p:nvCxnSpPr>
          <p:spPr>
            <a:xfrm flipH="1">
              <a:off x="7777140" y="10814582"/>
              <a:ext cx="3822185"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D5911A1-5BC0-C4F0-494B-0257C812B11C}"/>
                </a:ext>
              </a:extLst>
            </p:cNvPr>
            <p:cNvCxnSpPr>
              <a:cxnSpLocks/>
              <a:stCxn id="10" idx="4"/>
              <a:endCxn id="31" idx="0"/>
            </p:cNvCxnSpPr>
            <p:nvPr/>
          </p:nvCxnSpPr>
          <p:spPr>
            <a:xfrm>
              <a:off x="8513401" y="10814582"/>
              <a:ext cx="806701"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21F29895-57CD-300A-369D-BE2579CB14AB}"/>
                </a:ext>
              </a:extLst>
            </p:cNvPr>
            <p:cNvCxnSpPr>
              <a:cxnSpLocks/>
              <a:stCxn id="11" idx="4"/>
              <a:endCxn id="31" idx="0"/>
            </p:cNvCxnSpPr>
            <p:nvPr/>
          </p:nvCxnSpPr>
          <p:spPr>
            <a:xfrm flipH="1">
              <a:off x="9320102" y="10814582"/>
              <a:ext cx="736261"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FA5ABCF3-1A46-3768-9F97-F8B2856EB335}"/>
                </a:ext>
              </a:extLst>
            </p:cNvPr>
            <p:cNvCxnSpPr>
              <a:cxnSpLocks/>
              <a:stCxn id="11" idx="4"/>
              <a:endCxn id="32" idx="0"/>
            </p:cNvCxnSpPr>
            <p:nvPr/>
          </p:nvCxnSpPr>
          <p:spPr>
            <a:xfrm>
              <a:off x="10056363" y="10814582"/>
              <a:ext cx="806701"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7228B398-606E-B502-49D4-AB87841CA049}"/>
                </a:ext>
              </a:extLst>
            </p:cNvPr>
            <p:cNvCxnSpPr>
              <a:cxnSpLocks/>
              <a:stCxn id="12" idx="4"/>
              <a:endCxn id="32" idx="0"/>
            </p:cNvCxnSpPr>
            <p:nvPr/>
          </p:nvCxnSpPr>
          <p:spPr>
            <a:xfrm flipH="1">
              <a:off x="10863064" y="10814582"/>
              <a:ext cx="736261"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39B8AA76-032C-F769-DFDD-B2DD8523147E}"/>
                </a:ext>
              </a:extLst>
            </p:cNvPr>
            <p:cNvCxnSpPr>
              <a:cxnSpLocks/>
              <a:stCxn id="12" idx="4"/>
              <a:endCxn id="31" idx="0"/>
            </p:cNvCxnSpPr>
            <p:nvPr/>
          </p:nvCxnSpPr>
          <p:spPr>
            <a:xfrm flipH="1">
              <a:off x="9320102" y="10814582"/>
              <a:ext cx="2279223"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7A78DB07-8C36-59F6-B5F7-178EFCD23892}"/>
                </a:ext>
              </a:extLst>
            </p:cNvPr>
            <p:cNvCxnSpPr>
              <a:cxnSpLocks/>
              <a:stCxn id="9" idx="4"/>
              <a:endCxn id="31" idx="0"/>
            </p:cNvCxnSpPr>
            <p:nvPr/>
          </p:nvCxnSpPr>
          <p:spPr>
            <a:xfrm>
              <a:off x="7040880" y="10817352"/>
              <a:ext cx="2279222" cy="39346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49A76A45-2201-463B-C626-5E7BD247953A}"/>
                </a:ext>
              </a:extLst>
            </p:cNvPr>
            <p:cNvCxnSpPr>
              <a:cxnSpLocks/>
              <a:stCxn id="9" idx="4"/>
              <a:endCxn id="32" idx="0"/>
            </p:cNvCxnSpPr>
            <p:nvPr/>
          </p:nvCxnSpPr>
          <p:spPr>
            <a:xfrm>
              <a:off x="7040880" y="10817352"/>
              <a:ext cx="3822184" cy="39346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9315091F-1878-DB23-A7A8-1A96D4F4AECA}"/>
                </a:ext>
              </a:extLst>
            </p:cNvPr>
            <p:cNvCxnSpPr>
              <a:cxnSpLocks/>
              <a:stCxn id="30" idx="4"/>
              <a:endCxn id="15" idx="0"/>
            </p:cNvCxnSpPr>
            <p:nvPr/>
          </p:nvCxnSpPr>
          <p:spPr>
            <a:xfrm>
              <a:off x="7777140" y="12271525"/>
              <a:ext cx="736261" cy="393469"/>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9D8B3190-0CD4-81DB-D072-72822B5FA4E5}"/>
                </a:ext>
              </a:extLst>
            </p:cNvPr>
            <p:cNvCxnSpPr>
              <a:cxnSpLocks/>
              <a:stCxn id="30" idx="4"/>
              <a:endCxn id="17" idx="0"/>
            </p:cNvCxnSpPr>
            <p:nvPr/>
          </p:nvCxnSpPr>
          <p:spPr>
            <a:xfrm>
              <a:off x="7777140" y="12271525"/>
              <a:ext cx="2279223" cy="393469"/>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F52FAAB2-B2AD-D312-0579-8CC450A92CEB}"/>
                </a:ext>
              </a:extLst>
            </p:cNvPr>
            <p:cNvCxnSpPr>
              <a:cxnSpLocks/>
              <a:stCxn id="31" idx="4"/>
              <a:endCxn id="15" idx="0"/>
            </p:cNvCxnSpPr>
            <p:nvPr/>
          </p:nvCxnSpPr>
          <p:spPr>
            <a:xfrm flipH="1">
              <a:off x="8513401" y="12271525"/>
              <a:ext cx="806701" cy="393469"/>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36C76B4A-F56B-A057-4023-520A8F6B21D3}"/>
                </a:ext>
              </a:extLst>
            </p:cNvPr>
            <p:cNvCxnSpPr>
              <a:cxnSpLocks/>
              <a:stCxn id="31" idx="4"/>
              <a:endCxn id="17" idx="0"/>
            </p:cNvCxnSpPr>
            <p:nvPr/>
          </p:nvCxnSpPr>
          <p:spPr>
            <a:xfrm>
              <a:off x="9320102" y="12271525"/>
              <a:ext cx="736261" cy="393469"/>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919CB1EF-7B86-A0DD-3DB3-FC04D12333F4}"/>
                </a:ext>
              </a:extLst>
            </p:cNvPr>
            <p:cNvCxnSpPr>
              <a:cxnSpLocks/>
              <a:stCxn id="32" idx="4"/>
              <a:endCxn id="15" idx="0"/>
            </p:cNvCxnSpPr>
            <p:nvPr/>
          </p:nvCxnSpPr>
          <p:spPr>
            <a:xfrm flipH="1">
              <a:off x="8513401" y="12271525"/>
              <a:ext cx="2349663" cy="393469"/>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3BBC009D-EDF9-C4D4-292D-FCCF26455C15}"/>
                </a:ext>
              </a:extLst>
            </p:cNvPr>
            <p:cNvCxnSpPr>
              <a:cxnSpLocks/>
              <a:stCxn id="32" idx="4"/>
              <a:endCxn id="17" idx="0"/>
            </p:cNvCxnSpPr>
            <p:nvPr/>
          </p:nvCxnSpPr>
          <p:spPr>
            <a:xfrm flipH="1">
              <a:off x="10056363" y="12271525"/>
              <a:ext cx="806701" cy="393469"/>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923D9E37-89D8-9060-9FC8-CAD81236E4AC}"/>
                </a:ext>
              </a:extLst>
            </p:cNvPr>
            <p:cNvGrpSpPr/>
            <p:nvPr/>
          </p:nvGrpSpPr>
          <p:grpSpPr>
            <a:xfrm>
              <a:off x="6510528" y="9753878"/>
              <a:ext cx="5619149" cy="1063474"/>
              <a:chOff x="6510528" y="9753878"/>
              <a:chExt cx="5619149" cy="1063474"/>
            </a:xfrm>
          </p:grpSpPr>
          <p:sp>
            <p:nvSpPr>
              <p:cNvPr id="9" name="Oval 8">
                <a:extLst>
                  <a:ext uri="{FF2B5EF4-FFF2-40B4-BE49-F238E27FC236}">
                    <a16:creationId xmlns:a16="http://schemas.microsoft.com/office/drawing/2014/main" id="{488E0968-8027-4D32-2829-31BC3C47B8F5}"/>
                  </a:ext>
                </a:extLst>
              </p:cNvPr>
              <p:cNvSpPr/>
              <p:nvPr/>
            </p:nvSpPr>
            <p:spPr>
              <a:xfrm>
                <a:off x="6510528" y="9756648"/>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10" name="Oval 9">
                <a:extLst>
                  <a:ext uri="{FF2B5EF4-FFF2-40B4-BE49-F238E27FC236}">
                    <a16:creationId xmlns:a16="http://schemas.microsoft.com/office/drawing/2014/main" id="{ABC4BC16-A1DD-8C1D-B887-C944E57B8D4B}"/>
                  </a:ext>
                </a:extLst>
              </p:cNvPr>
              <p:cNvSpPr/>
              <p:nvPr/>
            </p:nvSpPr>
            <p:spPr>
              <a:xfrm>
                <a:off x="7983049" y="9753878"/>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11" name="Oval 10">
                <a:extLst>
                  <a:ext uri="{FF2B5EF4-FFF2-40B4-BE49-F238E27FC236}">
                    <a16:creationId xmlns:a16="http://schemas.microsoft.com/office/drawing/2014/main" id="{EB78F84C-5752-DFF7-D08D-9968CDD1979B}"/>
                  </a:ext>
                </a:extLst>
              </p:cNvPr>
              <p:cNvSpPr/>
              <p:nvPr/>
            </p:nvSpPr>
            <p:spPr>
              <a:xfrm>
                <a:off x="9526011" y="9753878"/>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12" name="Oval 11">
                <a:extLst>
                  <a:ext uri="{FF2B5EF4-FFF2-40B4-BE49-F238E27FC236}">
                    <a16:creationId xmlns:a16="http://schemas.microsoft.com/office/drawing/2014/main" id="{1439BABF-1491-17F6-6F1B-A53CE67BAD3F}"/>
                  </a:ext>
                </a:extLst>
              </p:cNvPr>
              <p:cNvSpPr/>
              <p:nvPr/>
            </p:nvSpPr>
            <p:spPr>
              <a:xfrm>
                <a:off x="11068973" y="9753878"/>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grpSp>
        <p:grpSp>
          <p:nvGrpSpPr>
            <p:cNvPr id="21" name="Group 20">
              <a:extLst>
                <a:ext uri="{FF2B5EF4-FFF2-40B4-BE49-F238E27FC236}">
                  <a16:creationId xmlns:a16="http://schemas.microsoft.com/office/drawing/2014/main" id="{FBFFC2C3-8992-64C8-F6EE-EA63C4BA2DEB}"/>
                </a:ext>
              </a:extLst>
            </p:cNvPr>
            <p:cNvGrpSpPr/>
            <p:nvPr/>
          </p:nvGrpSpPr>
          <p:grpSpPr>
            <a:xfrm>
              <a:off x="7983049" y="12664994"/>
              <a:ext cx="2603666" cy="1060704"/>
              <a:chOff x="8188958" y="13051814"/>
              <a:chExt cx="2603666" cy="1060704"/>
            </a:xfrm>
          </p:grpSpPr>
          <p:sp>
            <p:nvSpPr>
              <p:cNvPr id="15" name="Oval 14">
                <a:extLst>
                  <a:ext uri="{FF2B5EF4-FFF2-40B4-BE49-F238E27FC236}">
                    <a16:creationId xmlns:a16="http://schemas.microsoft.com/office/drawing/2014/main" id="{D9DB53BE-C4B0-35EB-B647-2FC83BE018BB}"/>
                  </a:ext>
                </a:extLst>
              </p:cNvPr>
              <p:cNvSpPr/>
              <p:nvPr/>
            </p:nvSpPr>
            <p:spPr>
              <a:xfrm>
                <a:off x="8188958" y="13051814"/>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17" name="Oval 16">
                <a:extLst>
                  <a:ext uri="{FF2B5EF4-FFF2-40B4-BE49-F238E27FC236}">
                    <a16:creationId xmlns:a16="http://schemas.microsoft.com/office/drawing/2014/main" id="{6570ED7A-01E9-6FB9-DF8D-FAEE7CE29A7C}"/>
                  </a:ext>
                </a:extLst>
              </p:cNvPr>
              <p:cNvSpPr/>
              <p:nvPr/>
            </p:nvSpPr>
            <p:spPr>
              <a:xfrm>
                <a:off x="9731920" y="13051814"/>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grpSp>
        <p:grpSp>
          <p:nvGrpSpPr>
            <p:cNvPr id="29" name="Group 28">
              <a:extLst>
                <a:ext uri="{FF2B5EF4-FFF2-40B4-BE49-F238E27FC236}">
                  <a16:creationId xmlns:a16="http://schemas.microsoft.com/office/drawing/2014/main" id="{38662495-21F7-AA77-E0A4-D71AE459A136}"/>
                </a:ext>
              </a:extLst>
            </p:cNvPr>
            <p:cNvGrpSpPr/>
            <p:nvPr/>
          </p:nvGrpSpPr>
          <p:grpSpPr>
            <a:xfrm>
              <a:off x="7246788" y="11210821"/>
              <a:ext cx="4146628" cy="1060704"/>
              <a:chOff x="7452697" y="13051814"/>
              <a:chExt cx="4146628" cy="1060704"/>
            </a:xfrm>
          </p:grpSpPr>
          <p:sp>
            <p:nvSpPr>
              <p:cNvPr id="30" name="Oval 29">
                <a:extLst>
                  <a:ext uri="{FF2B5EF4-FFF2-40B4-BE49-F238E27FC236}">
                    <a16:creationId xmlns:a16="http://schemas.microsoft.com/office/drawing/2014/main" id="{CBEB6443-0223-1AAC-65CF-591CDFEF57F4}"/>
                  </a:ext>
                </a:extLst>
              </p:cNvPr>
              <p:cNvSpPr/>
              <p:nvPr/>
            </p:nvSpPr>
            <p:spPr>
              <a:xfrm>
                <a:off x="7452697" y="13051814"/>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31" name="Oval 30">
                <a:extLst>
                  <a:ext uri="{FF2B5EF4-FFF2-40B4-BE49-F238E27FC236}">
                    <a16:creationId xmlns:a16="http://schemas.microsoft.com/office/drawing/2014/main" id="{C1DC9654-8B88-1B8A-2438-C3741AAE18AB}"/>
                  </a:ext>
                </a:extLst>
              </p:cNvPr>
              <p:cNvSpPr/>
              <p:nvPr/>
            </p:nvSpPr>
            <p:spPr>
              <a:xfrm>
                <a:off x="8995659" y="13051814"/>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32" name="Oval 31">
                <a:extLst>
                  <a:ext uri="{FF2B5EF4-FFF2-40B4-BE49-F238E27FC236}">
                    <a16:creationId xmlns:a16="http://schemas.microsoft.com/office/drawing/2014/main" id="{90A33D22-6765-F543-6434-F64CA72D09D5}"/>
                  </a:ext>
                </a:extLst>
              </p:cNvPr>
              <p:cNvSpPr/>
              <p:nvPr/>
            </p:nvSpPr>
            <p:spPr>
              <a:xfrm>
                <a:off x="10538621" y="13051814"/>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grpSp>
      </p:grpSp>
      <p:pic>
        <p:nvPicPr>
          <p:cNvPr id="176" name="Picture 175">
            <a:extLst>
              <a:ext uri="{FF2B5EF4-FFF2-40B4-BE49-F238E27FC236}">
                <a16:creationId xmlns:a16="http://schemas.microsoft.com/office/drawing/2014/main" id="{48388CE8-05C0-40FA-0C61-39F2803629D0}"/>
              </a:ext>
            </a:extLst>
          </p:cNvPr>
          <p:cNvPicPr>
            <a:picLocks noChangeAspect="1"/>
          </p:cNvPicPr>
          <p:nvPr/>
        </p:nvPicPr>
        <p:blipFill>
          <a:blip r:embed="rId3"/>
          <a:srcRect l="8859" t="19593" r="8286" b="12616"/>
          <a:stretch/>
        </p:blipFill>
        <p:spPr>
          <a:xfrm>
            <a:off x="20377559" y="5911715"/>
            <a:ext cx="6183398" cy="5059144"/>
          </a:xfrm>
          <a:prstGeom prst="rect">
            <a:avLst/>
          </a:prstGeom>
          <a:scene3d>
            <a:camera prst="isometricRightUp"/>
            <a:lightRig rig="threePt" dir="t"/>
          </a:scene3d>
        </p:spPr>
      </p:pic>
      <p:pic>
        <p:nvPicPr>
          <p:cNvPr id="177" name="Picture 4">
            <a:extLst>
              <a:ext uri="{FF2B5EF4-FFF2-40B4-BE49-F238E27FC236}">
                <a16:creationId xmlns:a16="http://schemas.microsoft.com/office/drawing/2014/main" id="{70FC632A-74D3-8F40-60E9-B3131F5DCD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06736" y="6289780"/>
            <a:ext cx="5340093" cy="5327256"/>
          </a:xfrm>
          <a:prstGeom prst="rect">
            <a:avLst/>
          </a:prstGeom>
          <a:noFill/>
          <a:scene3d>
            <a:camera prst="isometricRightUp"/>
            <a:lightRig rig="threePt" dir="t"/>
          </a:scene3d>
          <a:extLst>
            <a:ext uri="{909E8E84-426E-40DD-AFC4-6F175D3DCCD1}">
              <a14:hiddenFill xmlns:a14="http://schemas.microsoft.com/office/drawing/2010/main">
                <a:solidFill>
                  <a:srgbClr val="FFFFFF"/>
                </a:solidFill>
              </a14:hiddenFill>
            </a:ext>
          </a:extLst>
        </p:spPr>
      </p:pic>
      <p:cxnSp>
        <p:nvCxnSpPr>
          <p:cNvPr id="178" name="Straight Connector 177">
            <a:extLst>
              <a:ext uri="{FF2B5EF4-FFF2-40B4-BE49-F238E27FC236}">
                <a16:creationId xmlns:a16="http://schemas.microsoft.com/office/drawing/2014/main" id="{7EF4D1DE-FE58-A204-39E8-B545E484DBD2}"/>
              </a:ext>
            </a:extLst>
          </p:cNvPr>
          <p:cNvCxnSpPr>
            <a:cxnSpLocks/>
            <a:endCxn id="206" idx="4"/>
          </p:cNvCxnSpPr>
          <p:nvPr/>
        </p:nvCxnSpPr>
        <p:spPr>
          <a:xfrm flipH="1" flipV="1">
            <a:off x="23475032" y="13534185"/>
            <a:ext cx="2349663" cy="417020"/>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79" name="Group 178">
            <a:extLst>
              <a:ext uri="{FF2B5EF4-FFF2-40B4-BE49-F238E27FC236}">
                <a16:creationId xmlns:a16="http://schemas.microsoft.com/office/drawing/2014/main" id="{84FBFFAF-BDE0-F4B1-47AC-5C63AD853F5F}"/>
              </a:ext>
            </a:extLst>
          </p:cNvPr>
          <p:cNvGrpSpPr/>
          <p:nvPr/>
        </p:nvGrpSpPr>
        <p:grpSpPr>
          <a:xfrm>
            <a:off x="21472159" y="12473481"/>
            <a:ext cx="5619149" cy="3931087"/>
            <a:chOff x="6510528" y="9753878"/>
            <a:chExt cx="5619149" cy="3931087"/>
          </a:xfrm>
        </p:grpSpPr>
        <p:cxnSp>
          <p:nvCxnSpPr>
            <p:cNvPr id="180" name="Straight Connector 179">
              <a:extLst>
                <a:ext uri="{FF2B5EF4-FFF2-40B4-BE49-F238E27FC236}">
                  <a16:creationId xmlns:a16="http://schemas.microsoft.com/office/drawing/2014/main" id="{2EAC7F30-41D3-D3F9-FB59-A77F9BBD1152}"/>
                </a:ext>
              </a:extLst>
            </p:cNvPr>
            <p:cNvCxnSpPr>
              <a:stCxn id="205" idx="4"/>
              <a:endCxn id="200" idx="0"/>
            </p:cNvCxnSpPr>
            <p:nvPr/>
          </p:nvCxnSpPr>
          <p:spPr>
            <a:xfrm>
              <a:off x="7040880" y="10817352"/>
              <a:ext cx="736260" cy="39346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3D637315-79E8-12E5-A7AB-97B8DDDFABF5}"/>
                </a:ext>
              </a:extLst>
            </p:cNvPr>
            <p:cNvCxnSpPr>
              <a:cxnSpLocks/>
              <a:stCxn id="206" idx="4"/>
              <a:endCxn id="200" idx="0"/>
            </p:cNvCxnSpPr>
            <p:nvPr/>
          </p:nvCxnSpPr>
          <p:spPr>
            <a:xfrm flipH="1">
              <a:off x="7777140" y="10814582"/>
              <a:ext cx="736261"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8A8E4403-EE0C-272D-41CC-3069A937C06E}"/>
                </a:ext>
              </a:extLst>
            </p:cNvPr>
            <p:cNvCxnSpPr>
              <a:cxnSpLocks/>
              <a:stCxn id="207" idx="4"/>
              <a:endCxn id="200" idx="0"/>
            </p:cNvCxnSpPr>
            <p:nvPr/>
          </p:nvCxnSpPr>
          <p:spPr>
            <a:xfrm flipH="1">
              <a:off x="7777140" y="10814582"/>
              <a:ext cx="2279223"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5B56E249-E107-A466-D571-7E32B1063977}"/>
                </a:ext>
              </a:extLst>
            </p:cNvPr>
            <p:cNvCxnSpPr>
              <a:cxnSpLocks/>
              <a:stCxn id="208" idx="4"/>
              <a:endCxn id="200" idx="0"/>
            </p:cNvCxnSpPr>
            <p:nvPr/>
          </p:nvCxnSpPr>
          <p:spPr>
            <a:xfrm flipH="1">
              <a:off x="7777140" y="10814582"/>
              <a:ext cx="3822185"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7D8D8E91-8A9F-85FD-D061-8D1E91A4F0F4}"/>
                </a:ext>
              </a:extLst>
            </p:cNvPr>
            <p:cNvCxnSpPr>
              <a:cxnSpLocks/>
              <a:stCxn id="206" idx="4"/>
              <a:endCxn id="201" idx="0"/>
            </p:cNvCxnSpPr>
            <p:nvPr/>
          </p:nvCxnSpPr>
          <p:spPr>
            <a:xfrm>
              <a:off x="8513401" y="10814582"/>
              <a:ext cx="806701"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83DD721E-1597-263F-C174-D51771ECD236}"/>
                </a:ext>
              </a:extLst>
            </p:cNvPr>
            <p:cNvCxnSpPr>
              <a:cxnSpLocks/>
              <a:stCxn id="207" idx="4"/>
              <a:endCxn id="201" idx="0"/>
            </p:cNvCxnSpPr>
            <p:nvPr/>
          </p:nvCxnSpPr>
          <p:spPr>
            <a:xfrm flipH="1">
              <a:off x="9320102" y="10814582"/>
              <a:ext cx="736261"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468A5BF1-16CE-04F1-CB41-6431DC1E0D8A}"/>
                </a:ext>
              </a:extLst>
            </p:cNvPr>
            <p:cNvCxnSpPr>
              <a:cxnSpLocks/>
              <a:stCxn id="207" idx="4"/>
              <a:endCxn id="202" idx="0"/>
            </p:cNvCxnSpPr>
            <p:nvPr/>
          </p:nvCxnSpPr>
          <p:spPr>
            <a:xfrm>
              <a:off x="10056363" y="10814582"/>
              <a:ext cx="806701"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33F0A2CA-8196-8120-8B2D-968C5F3A4ADA}"/>
                </a:ext>
              </a:extLst>
            </p:cNvPr>
            <p:cNvCxnSpPr>
              <a:cxnSpLocks/>
              <a:stCxn id="208" idx="4"/>
              <a:endCxn id="202" idx="0"/>
            </p:cNvCxnSpPr>
            <p:nvPr/>
          </p:nvCxnSpPr>
          <p:spPr>
            <a:xfrm flipH="1">
              <a:off x="10863064" y="10814582"/>
              <a:ext cx="736261"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A80DA0DD-47B4-A6A9-E29B-B4F710CBFF19}"/>
                </a:ext>
              </a:extLst>
            </p:cNvPr>
            <p:cNvCxnSpPr>
              <a:cxnSpLocks/>
              <a:stCxn id="208" idx="4"/>
              <a:endCxn id="201" idx="0"/>
            </p:cNvCxnSpPr>
            <p:nvPr/>
          </p:nvCxnSpPr>
          <p:spPr>
            <a:xfrm flipH="1">
              <a:off x="9320102" y="10814582"/>
              <a:ext cx="2279223" cy="39623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4A8A0F83-B7E9-5146-0CA3-2CF7B377ACB2}"/>
                </a:ext>
              </a:extLst>
            </p:cNvPr>
            <p:cNvCxnSpPr>
              <a:cxnSpLocks/>
              <a:stCxn id="205" idx="4"/>
              <a:endCxn id="201" idx="0"/>
            </p:cNvCxnSpPr>
            <p:nvPr/>
          </p:nvCxnSpPr>
          <p:spPr>
            <a:xfrm>
              <a:off x="7040880" y="10817352"/>
              <a:ext cx="2279222" cy="39346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948D7EA7-29AB-57A4-0AA3-49F515F3E6CC}"/>
                </a:ext>
              </a:extLst>
            </p:cNvPr>
            <p:cNvCxnSpPr>
              <a:cxnSpLocks/>
              <a:stCxn id="205" idx="4"/>
              <a:endCxn id="202" idx="0"/>
            </p:cNvCxnSpPr>
            <p:nvPr/>
          </p:nvCxnSpPr>
          <p:spPr>
            <a:xfrm>
              <a:off x="7040880" y="10817352"/>
              <a:ext cx="3822184" cy="39346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08F8D671-CE07-DE30-DE1D-35984846EABD}"/>
                </a:ext>
              </a:extLst>
            </p:cNvPr>
            <p:cNvCxnSpPr>
              <a:cxnSpLocks/>
              <a:stCxn id="200" idx="4"/>
              <a:endCxn id="203" idx="0"/>
            </p:cNvCxnSpPr>
            <p:nvPr/>
          </p:nvCxnSpPr>
          <p:spPr>
            <a:xfrm>
              <a:off x="7777140" y="12271525"/>
              <a:ext cx="736261" cy="352736"/>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4CDBE9C7-A19C-4808-42F9-BEB2E03B66BF}"/>
                </a:ext>
              </a:extLst>
            </p:cNvPr>
            <p:cNvCxnSpPr>
              <a:cxnSpLocks/>
              <a:stCxn id="200" idx="4"/>
              <a:endCxn id="204" idx="0"/>
            </p:cNvCxnSpPr>
            <p:nvPr/>
          </p:nvCxnSpPr>
          <p:spPr>
            <a:xfrm>
              <a:off x="7777140" y="12271525"/>
              <a:ext cx="2279223" cy="352736"/>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141366AE-1C43-4F1F-3553-EFDFF29062FA}"/>
                </a:ext>
              </a:extLst>
            </p:cNvPr>
            <p:cNvCxnSpPr>
              <a:cxnSpLocks/>
              <a:stCxn id="201" idx="4"/>
              <a:endCxn id="203" idx="0"/>
            </p:cNvCxnSpPr>
            <p:nvPr/>
          </p:nvCxnSpPr>
          <p:spPr>
            <a:xfrm flipH="1">
              <a:off x="8513401" y="12271525"/>
              <a:ext cx="806701" cy="352736"/>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5A474AE0-BE8C-1388-65AF-945E0AE77399}"/>
                </a:ext>
              </a:extLst>
            </p:cNvPr>
            <p:cNvCxnSpPr>
              <a:cxnSpLocks/>
              <a:stCxn id="201" idx="4"/>
              <a:endCxn id="204" idx="0"/>
            </p:cNvCxnSpPr>
            <p:nvPr/>
          </p:nvCxnSpPr>
          <p:spPr>
            <a:xfrm>
              <a:off x="9320102" y="12271525"/>
              <a:ext cx="736261" cy="352736"/>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91028E54-2301-7546-594D-DA64684B357C}"/>
                </a:ext>
              </a:extLst>
            </p:cNvPr>
            <p:cNvCxnSpPr>
              <a:cxnSpLocks/>
              <a:stCxn id="202" idx="4"/>
              <a:endCxn id="203" idx="0"/>
            </p:cNvCxnSpPr>
            <p:nvPr/>
          </p:nvCxnSpPr>
          <p:spPr>
            <a:xfrm flipH="1">
              <a:off x="8513401" y="12271525"/>
              <a:ext cx="2349663" cy="352736"/>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8AEAB650-1AFC-A908-3BD4-799E7165884D}"/>
                </a:ext>
              </a:extLst>
            </p:cNvPr>
            <p:cNvCxnSpPr>
              <a:cxnSpLocks/>
              <a:stCxn id="202" idx="4"/>
              <a:endCxn id="204" idx="0"/>
            </p:cNvCxnSpPr>
            <p:nvPr/>
          </p:nvCxnSpPr>
          <p:spPr>
            <a:xfrm flipH="1">
              <a:off x="10056363" y="12271525"/>
              <a:ext cx="806701" cy="352736"/>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97" name="Group 196">
              <a:extLst>
                <a:ext uri="{FF2B5EF4-FFF2-40B4-BE49-F238E27FC236}">
                  <a16:creationId xmlns:a16="http://schemas.microsoft.com/office/drawing/2014/main" id="{4B6B5852-8E0A-B739-92DF-B7F755592BA9}"/>
                </a:ext>
              </a:extLst>
            </p:cNvPr>
            <p:cNvGrpSpPr/>
            <p:nvPr/>
          </p:nvGrpSpPr>
          <p:grpSpPr>
            <a:xfrm>
              <a:off x="6510528" y="9753878"/>
              <a:ext cx="5619149" cy="1063474"/>
              <a:chOff x="6510528" y="9753878"/>
              <a:chExt cx="5619149" cy="1063474"/>
            </a:xfrm>
          </p:grpSpPr>
          <p:sp>
            <p:nvSpPr>
              <p:cNvPr id="205" name="Oval 204">
                <a:extLst>
                  <a:ext uri="{FF2B5EF4-FFF2-40B4-BE49-F238E27FC236}">
                    <a16:creationId xmlns:a16="http://schemas.microsoft.com/office/drawing/2014/main" id="{D4CACB08-A3D8-9960-EEE8-8039216AE552}"/>
                  </a:ext>
                </a:extLst>
              </p:cNvPr>
              <p:cNvSpPr/>
              <p:nvPr/>
            </p:nvSpPr>
            <p:spPr>
              <a:xfrm>
                <a:off x="6510528" y="9756648"/>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206" name="Oval 205">
                <a:extLst>
                  <a:ext uri="{FF2B5EF4-FFF2-40B4-BE49-F238E27FC236}">
                    <a16:creationId xmlns:a16="http://schemas.microsoft.com/office/drawing/2014/main" id="{66CEEBEF-E071-315D-CEC0-863A222A071B}"/>
                  </a:ext>
                </a:extLst>
              </p:cNvPr>
              <p:cNvSpPr/>
              <p:nvPr/>
            </p:nvSpPr>
            <p:spPr>
              <a:xfrm>
                <a:off x="7983049" y="9753878"/>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207" name="Oval 206">
                <a:extLst>
                  <a:ext uri="{FF2B5EF4-FFF2-40B4-BE49-F238E27FC236}">
                    <a16:creationId xmlns:a16="http://schemas.microsoft.com/office/drawing/2014/main" id="{2BE1C6DB-5B0F-6C43-47C4-8BD0A4E28AD8}"/>
                  </a:ext>
                </a:extLst>
              </p:cNvPr>
              <p:cNvSpPr/>
              <p:nvPr/>
            </p:nvSpPr>
            <p:spPr>
              <a:xfrm>
                <a:off x="9526011" y="9753878"/>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208" name="Oval 207">
                <a:extLst>
                  <a:ext uri="{FF2B5EF4-FFF2-40B4-BE49-F238E27FC236}">
                    <a16:creationId xmlns:a16="http://schemas.microsoft.com/office/drawing/2014/main" id="{5AA2C832-F1DA-3AAA-B5C5-B0E097803FC6}"/>
                  </a:ext>
                </a:extLst>
              </p:cNvPr>
              <p:cNvSpPr/>
              <p:nvPr/>
            </p:nvSpPr>
            <p:spPr>
              <a:xfrm>
                <a:off x="11068973" y="9753878"/>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grpSp>
        <p:grpSp>
          <p:nvGrpSpPr>
            <p:cNvPr id="198" name="Group 197">
              <a:extLst>
                <a:ext uri="{FF2B5EF4-FFF2-40B4-BE49-F238E27FC236}">
                  <a16:creationId xmlns:a16="http://schemas.microsoft.com/office/drawing/2014/main" id="{A460B057-2F3E-1274-5FB2-579273C8C570}"/>
                </a:ext>
              </a:extLst>
            </p:cNvPr>
            <p:cNvGrpSpPr/>
            <p:nvPr/>
          </p:nvGrpSpPr>
          <p:grpSpPr>
            <a:xfrm>
              <a:off x="7983049" y="12624261"/>
              <a:ext cx="2603666" cy="1060704"/>
              <a:chOff x="8188958" y="13011081"/>
              <a:chExt cx="2603666" cy="1060704"/>
            </a:xfrm>
          </p:grpSpPr>
          <p:sp>
            <p:nvSpPr>
              <p:cNvPr id="203" name="Oval 202">
                <a:extLst>
                  <a:ext uri="{FF2B5EF4-FFF2-40B4-BE49-F238E27FC236}">
                    <a16:creationId xmlns:a16="http://schemas.microsoft.com/office/drawing/2014/main" id="{FEB73039-D250-3DFF-B419-F4BE46855FEC}"/>
                  </a:ext>
                </a:extLst>
              </p:cNvPr>
              <p:cNvSpPr/>
              <p:nvPr/>
            </p:nvSpPr>
            <p:spPr>
              <a:xfrm>
                <a:off x="8188958" y="13011081"/>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204" name="Oval 203">
                <a:extLst>
                  <a:ext uri="{FF2B5EF4-FFF2-40B4-BE49-F238E27FC236}">
                    <a16:creationId xmlns:a16="http://schemas.microsoft.com/office/drawing/2014/main" id="{9BBB1B70-E7AB-605F-7246-0804C2A190AA}"/>
                  </a:ext>
                </a:extLst>
              </p:cNvPr>
              <p:cNvSpPr/>
              <p:nvPr/>
            </p:nvSpPr>
            <p:spPr>
              <a:xfrm>
                <a:off x="9731920" y="13011081"/>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grpSp>
        <p:grpSp>
          <p:nvGrpSpPr>
            <p:cNvPr id="199" name="Group 198">
              <a:extLst>
                <a:ext uri="{FF2B5EF4-FFF2-40B4-BE49-F238E27FC236}">
                  <a16:creationId xmlns:a16="http://schemas.microsoft.com/office/drawing/2014/main" id="{849AE61E-7FE9-90EE-CBA3-08E440B92E82}"/>
                </a:ext>
              </a:extLst>
            </p:cNvPr>
            <p:cNvGrpSpPr/>
            <p:nvPr/>
          </p:nvGrpSpPr>
          <p:grpSpPr>
            <a:xfrm>
              <a:off x="7246788" y="11210821"/>
              <a:ext cx="4146628" cy="1060704"/>
              <a:chOff x="7452697" y="13051814"/>
              <a:chExt cx="4146628" cy="1060704"/>
            </a:xfrm>
          </p:grpSpPr>
          <p:sp>
            <p:nvSpPr>
              <p:cNvPr id="200" name="Oval 199">
                <a:extLst>
                  <a:ext uri="{FF2B5EF4-FFF2-40B4-BE49-F238E27FC236}">
                    <a16:creationId xmlns:a16="http://schemas.microsoft.com/office/drawing/2014/main" id="{F33B9864-DB78-7856-C880-FB2AF885EBAC}"/>
                  </a:ext>
                </a:extLst>
              </p:cNvPr>
              <p:cNvSpPr/>
              <p:nvPr/>
            </p:nvSpPr>
            <p:spPr>
              <a:xfrm>
                <a:off x="7452697" y="13051814"/>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201" name="Oval 200">
                <a:extLst>
                  <a:ext uri="{FF2B5EF4-FFF2-40B4-BE49-F238E27FC236}">
                    <a16:creationId xmlns:a16="http://schemas.microsoft.com/office/drawing/2014/main" id="{AEB7DFFD-A7D8-B041-EA59-CFE402C00526}"/>
                  </a:ext>
                </a:extLst>
              </p:cNvPr>
              <p:cNvSpPr/>
              <p:nvPr/>
            </p:nvSpPr>
            <p:spPr>
              <a:xfrm>
                <a:off x="8995659" y="13051814"/>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202" name="Oval 201">
                <a:extLst>
                  <a:ext uri="{FF2B5EF4-FFF2-40B4-BE49-F238E27FC236}">
                    <a16:creationId xmlns:a16="http://schemas.microsoft.com/office/drawing/2014/main" id="{C88D4AEB-72F8-9635-585F-6B7E5CE1DB97}"/>
                  </a:ext>
                </a:extLst>
              </p:cNvPr>
              <p:cNvSpPr/>
              <p:nvPr/>
            </p:nvSpPr>
            <p:spPr>
              <a:xfrm>
                <a:off x="10538621" y="13051814"/>
                <a:ext cx="1060704" cy="1060704"/>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grpSp>
      </p:grpSp>
      <p:sp>
        <p:nvSpPr>
          <p:cNvPr id="209" name="Rectangle 208">
            <a:extLst>
              <a:ext uri="{FF2B5EF4-FFF2-40B4-BE49-F238E27FC236}">
                <a16:creationId xmlns:a16="http://schemas.microsoft.com/office/drawing/2014/main" id="{04CEAA7E-6783-AF78-D1D6-EE6E135C2D1C}"/>
              </a:ext>
            </a:extLst>
          </p:cNvPr>
          <p:cNvSpPr/>
          <p:nvPr/>
        </p:nvSpPr>
        <p:spPr>
          <a:xfrm>
            <a:off x="8091770" y="3164656"/>
            <a:ext cx="4539343" cy="1408176"/>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Late</a:t>
            </a:r>
          </a:p>
        </p:txBody>
      </p:sp>
      <p:sp>
        <p:nvSpPr>
          <p:cNvPr id="210" name="Rectangle 209">
            <a:extLst>
              <a:ext uri="{FF2B5EF4-FFF2-40B4-BE49-F238E27FC236}">
                <a16:creationId xmlns:a16="http://schemas.microsoft.com/office/drawing/2014/main" id="{A4F7E7F4-B6A5-F359-F481-38DF9D17B0EF}"/>
              </a:ext>
            </a:extLst>
          </p:cNvPr>
          <p:cNvSpPr/>
          <p:nvPr/>
        </p:nvSpPr>
        <p:spPr>
          <a:xfrm>
            <a:off x="22198991" y="3164656"/>
            <a:ext cx="4539343" cy="1408176"/>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Early</a:t>
            </a:r>
          </a:p>
        </p:txBody>
      </p:sp>
    </p:spTree>
    <p:extLst>
      <p:ext uri="{BB962C8B-B14F-4D97-AF65-F5344CB8AC3E}">
        <p14:creationId xmlns:p14="http://schemas.microsoft.com/office/powerpoint/2010/main" val="30492288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CAE76B-19B2-46FF-A08B-3014226D9367}"/>
              </a:ext>
            </a:extLst>
          </p:cNvPr>
          <p:cNvSpPr>
            <a:spLocks noGrp="1"/>
          </p:cNvSpPr>
          <p:nvPr>
            <p:ph type="body" sz="quarter" idx="13"/>
          </p:nvPr>
        </p:nvSpPr>
        <p:spPr>
          <a:xfrm>
            <a:off x="1473200" y="1865313"/>
            <a:ext cx="18476913" cy="5943600"/>
          </a:xfrm>
        </p:spPr>
        <p:txBody>
          <a:bodyPr/>
          <a:lstStyle/>
          <a:p>
            <a:r>
              <a:rPr lang="en-US" dirty="0"/>
              <a:t>Lab 1b – Exploring Modalities</a:t>
            </a:r>
          </a:p>
        </p:txBody>
      </p:sp>
    </p:spTree>
    <p:extLst>
      <p:ext uri="{BB962C8B-B14F-4D97-AF65-F5344CB8AC3E}">
        <p14:creationId xmlns:p14="http://schemas.microsoft.com/office/powerpoint/2010/main" val="22235358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6425CF0-4231-D2E2-53CB-DE1717CC57F4}"/>
              </a:ext>
            </a:extLst>
          </p:cNvPr>
          <p:cNvSpPr>
            <a:spLocks noGrp="1"/>
          </p:cNvSpPr>
          <p:nvPr>
            <p:ph type="body" sz="quarter" idx="14"/>
          </p:nvPr>
        </p:nvSpPr>
        <p:spPr>
          <a:xfrm>
            <a:off x="6158754" y="7053551"/>
            <a:ext cx="24258494" cy="6303220"/>
          </a:xfrm>
        </p:spPr>
        <p:txBody>
          <a:bodyPr/>
          <a:lstStyle/>
          <a:p>
            <a:r>
              <a:rPr lang="en-US" sz="11500" b="1" dirty="0"/>
              <a:t>Hypothesis:</a:t>
            </a:r>
          </a:p>
          <a:p>
            <a:r>
              <a:rPr lang="en-US" sz="9600" dirty="0"/>
              <a:t>Any data that can be turned into a matrix can be used for neural network reasoning</a:t>
            </a:r>
          </a:p>
        </p:txBody>
      </p:sp>
    </p:spTree>
    <p:extLst>
      <p:ext uri="{BB962C8B-B14F-4D97-AF65-F5344CB8AC3E}">
        <p14:creationId xmlns:p14="http://schemas.microsoft.com/office/powerpoint/2010/main" val="22614698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63EAE-EAA5-4C2A-3668-D0631F03F2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CB4B72-9EE5-7C06-5AE0-BF63357281CC}"/>
              </a:ext>
            </a:extLst>
          </p:cNvPr>
          <p:cNvSpPr>
            <a:spLocks noGrp="1"/>
          </p:cNvSpPr>
          <p:nvPr>
            <p:ph type="title"/>
          </p:nvPr>
        </p:nvSpPr>
        <p:spPr/>
        <p:txBody>
          <a:bodyPr/>
          <a:lstStyle/>
          <a:p>
            <a:r>
              <a:rPr lang="en-US" dirty="0"/>
              <a:t>Atypical Data</a:t>
            </a:r>
          </a:p>
        </p:txBody>
      </p:sp>
      <p:pic>
        <p:nvPicPr>
          <p:cNvPr id="5" name="Picture 4">
            <a:extLst>
              <a:ext uri="{FF2B5EF4-FFF2-40B4-BE49-F238E27FC236}">
                <a16:creationId xmlns:a16="http://schemas.microsoft.com/office/drawing/2014/main" id="{49C5BE3A-E8B9-2476-C909-E9E3550B7A24}"/>
              </a:ext>
            </a:extLst>
          </p:cNvPr>
          <p:cNvPicPr>
            <a:picLocks noChangeAspect="1"/>
          </p:cNvPicPr>
          <p:nvPr/>
        </p:nvPicPr>
        <p:blipFill>
          <a:blip r:embed="rId3"/>
          <a:stretch>
            <a:fillRect/>
          </a:stretch>
        </p:blipFill>
        <p:spPr>
          <a:xfrm>
            <a:off x="4457225" y="5298450"/>
            <a:ext cx="13135831" cy="13413705"/>
          </a:xfrm>
          <a:prstGeom prst="rect">
            <a:avLst/>
          </a:prstGeom>
        </p:spPr>
      </p:pic>
      <p:sp>
        <p:nvSpPr>
          <p:cNvPr id="6" name="Rectangle 5">
            <a:extLst>
              <a:ext uri="{FF2B5EF4-FFF2-40B4-BE49-F238E27FC236}">
                <a16:creationId xmlns:a16="http://schemas.microsoft.com/office/drawing/2014/main" id="{F9BE9BF6-C135-232A-7405-8AA189F9CA1C}"/>
              </a:ext>
            </a:extLst>
          </p:cNvPr>
          <p:cNvSpPr/>
          <p:nvPr/>
        </p:nvSpPr>
        <p:spPr>
          <a:xfrm>
            <a:off x="6502232" y="3914407"/>
            <a:ext cx="10021824" cy="1408176"/>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CT Scan</a:t>
            </a:r>
          </a:p>
        </p:txBody>
      </p:sp>
      <p:pic>
        <p:nvPicPr>
          <p:cNvPr id="7" name="Picture 2">
            <a:extLst>
              <a:ext uri="{FF2B5EF4-FFF2-40B4-BE49-F238E27FC236}">
                <a16:creationId xmlns:a16="http://schemas.microsoft.com/office/drawing/2014/main" id="{94E37EBA-FE68-A64C-1EE8-46CB6322D1A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835"/>
          <a:stretch/>
        </p:blipFill>
        <p:spPr bwMode="auto">
          <a:xfrm>
            <a:off x="17836695" y="3895344"/>
            <a:ext cx="11309950" cy="683849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1E1211C3-BD61-D9ED-D271-6D3A7ACD8E31}"/>
              </a:ext>
            </a:extLst>
          </p:cNvPr>
          <p:cNvSpPr/>
          <p:nvPr/>
        </p:nvSpPr>
        <p:spPr>
          <a:xfrm>
            <a:off x="29508859" y="3895344"/>
            <a:ext cx="1901629" cy="683849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vert="wordArtVert" rtlCol="0" anchor="ctr"/>
          <a:lstStyle/>
          <a:p>
            <a:pPr algn="ctr">
              <a:lnSpc>
                <a:spcPct val="90000"/>
              </a:lnSpc>
            </a:pPr>
            <a:r>
              <a:rPr lang="en-US" sz="4000" spc="-1500" dirty="0">
                <a:solidFill>
                  <a:sysClr val="windowText" lastClr="000000"/>
                </a:solidFill>
                <a:latin typeface="Trebuchet MS" panose="020B0603020202020204" pitchFamily="34" charset="0"/>
              </a:rPr>
              <a:t>Spectrogram</a:t>
            </a:r>
          </a:p>
        </p:txBody>
      </p:sp>
      <p:pic>
        <p:nvPicPr>
          <p:cNvPr id="1026" name="Picture 2">
            <a:extLst>
              <a:ext uri="{FF2B5EF4-FFF2-40B4-BE49-F238E27FC236}">
                <a16:creationId xmlns:a16="http://schemas.microsoft.com/office/drawing/2014/main" id="{A9E1CEC1-1552-C51F-2F30-7AD8D9EA9AF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36695" y="11243599"/>
            <a:ext cx="11309950" cy="7342768"/>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D87C05F8-E10C-1D59-0EBE-554521E9DFF9}"/>
              </a:ext>
            </a:extLst>
          </p:cNvPr>
          <p:cNvSpPr/>
          <p:nvPr/>
        </p:nvSpPr>
        <p:spPr>
          <a:xfrm>
            <a:off x="29508860" y="11243599"/>
            <a:ext cx="1901628" cy="7342768"/>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vert="wordArtVert" rtlCol="0" anchor="ctr"/>
          <a:lstStyle/>
          <a:p>
            <a:pPr algn="ctr">
              <a:lnSpc>
                <a:spcPct val="90000"/>
              </a:lnSpc>
            </a:pPr>
            <a:r>
              <a:rPr lang="en-US" sz="4000" kern="0" spc="-1500" dirty="0">
                <a:solidFill>
                  <a:sysClr val="windowText" lastClr="000000"/>
                </a:solidFill>
                <a:latin typeface="Trebuchet MS" panose="020B0603020202020204" pitchFamily="34" charset="0"/>
              </a:rPr>
              <a:t>Magnetic Data</a:t>
            </a:r>
          </a:p>
        </p:txBody>
      </p:sp>
    </p:spTree>
    <p:extLst>
      <p:ext uri="{BB962C8B-B14F-4D97-AF65-F5344CB8AC3E}">
        <p14:creationId xmlns:p14="http://schemas.microsoft.com/office/powerpoint/2010/main" val="14799136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7F43C-69A0-3205-8DA1-52F4585B844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CC62EF2-8666-938D-984E-AB2F750AC72C}"/>
              </a:ext>
            </a:extLst>
          </p:cNvPr>
          <p:cNvSpPr>
            <a:spLocks noGrp="1"/>
          </p:cNvSpPr>
          <p:nvPr>
            <p:ph type="body" sz="quarter" idx="13"/>
          </p:nvPr>
        </p:nvSpPr>
        <p:spPr>
          <a:xfrm>
            <a:off x="1473200" y="1865313"/>
            <a:ext cx="18476913" cy="5943600"/>
          </a:xfrm>
        </p:spPr>
        <p:txBody>
          <a:bodyPr/>
          <a:lstStyle/>
          <a:p>
            <a:r>
              <a:rPr lang="en-US" dirty="0"/>
              <a:t>Let’s Get Started!</a:t>
            </a:r>
          </a:p>
        </p:txBody>
      </p:sp>
    </p:spTree>
    <p:extLst>
      <p:ext uri="{BB962C8B-B14F-4D97-AF65-F5344CB8AC3E}">
        <p14:creationId xmlns:p14="http://schemas.microsoft.com/office/powerpoint/2010/main" val="42144365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27888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Title Only">
  <a:themeElements>
    <a:clrScheme name="Custom 15">
      <a:dk1>
        <a:srgbClr val="FFFFFF"/>
      </a:dk1>
      <a:lt1>
        <a:srgbClr val="000000"/>
      </a:lt1>
      <a:dk2>
        <a:srgbClr val="76B900"/>
      </a:dk2>
      <a:lt2>
        <a:srgbClr val="CDCDCD"/>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NVIDIA Sans">
      <a:majorFont>
        <a:latin typeface="NVIDIA Sans Medium"/>
        <a:ea typeface=""/>
        <a:cs typeface=""/>
      </a:majorFont>
      <a:minorFont>
        <a:latin typeface="NVIDIA Sans"/>
        <a:ea typeface=""/>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lnSpc>
            <a:spcPct val="90000"/>
          </a:lnSpc>
          <a:defRPr sz="4000" dirty="0" err="1">
            <a:solidFill>
              <a:schemeClr val="tx1"/>
            </a:solidFill>
            <a:latin typeface="Trebuchet MS" panose="020B0603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5875">
          <a:solidFill>
            <a:schemeClr val="accent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ctr">
          <a:defRPr sz="4000" dirty="0" err="1" smtClean="0">
            <a:solidFill>
              <a:schemeClr val="bg1"/>
            </a:solidFill>
            <a:latin typeface="NVIDIA Sans" panose="020B0503020203020204" pitchFamily="34" charset="0"/>
            <a:cs typeface="NVIDIA Sans" panose="020B0503020203020204" pitchFamily="34" charset="0"/>
          </a:defRPr>
        </a:defPPr>
      </a:lstStyle>
    </a:txDef>
  </a:objectDefaults>
  <a:extraClrSchemeLst/>
  <a:extLst>
    <a:ext uri="{05A4C25C-085E-4340-85A3-A5531E510DB2}">
      <thm15:themeFamily xmlns:thm15="http://schemas.microsoft.com/office/thememl/2012/main" name="NVIDIA_Sans_Corp_Template_LIGHT_v2_NewKV.pptx" id="{2CB1BC51-CEBF-4125-BC6C-FB23D6874A8C}" vid="{0B679A5A-A7BB-445D-B89B-5017F750351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VIDIA Sans"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VIDIA Sans"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4CF33B71089DC448F3A861CCE49DD4C" ma:contentTypeVersion="13" ma:contentTypeDescription="Create a new document." ma:contentTypeScope="" ma:versionID="0cf5159ec680aa7cc1f777e5ce312ee3">
  <xsd:schema xmlns:xsd="http://www.w3.org/2001/XMLSchema" xmlns:xs="http://www.w3.org/2001/XMLSchema" xmlns:p="http://schemas.microsoft.com/office/2006/metadata/properties" xmlns:ns3="33156d47-4ed2-41b4-b82d-0bdc41d51c72" xmlns:ns4="eac25ff7-bb51-4c67-b289-9013749df816" targetNamespace="http://schemas.microsoft.com/office/2006/metadata/properties" ma:root="true" ma:fieldsID="4c9ed958f862375c990245d6dd11fe88" ns3:_="" ns4:_="">
    <xsd:import namespace="33156d47-4ed2-41b4-b82d-0bdc41d51c72"/>
    <xsd:import namespace="eac25ff7-bb51-4c67-b289-9013749df816"/>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LengthInSeconds" minOccurs="0"/>
                <xsd:element ref="ns4:MediaServiceGenerationTime" minOccurs="0"/>
                <xsd:element ref="ns4:MediaServiceEventHashCode" minOccurs="0"/>
                <xsd:element ref="ns4:MediaServiceOCR" minOccurs="0"/>
                <xsd:element ref="ns4:_activity" minOccurs="0"/>
                <xsd:element ref="ns4: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3156d47-4ed2-41b4-b82d-0bdc41d51c7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ac25ff7-bb51-4c67-b289-9013749df816"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_activity" ma:index="19" nillable="true" ma:displayName="_activity" ma:hidden="true" ma:internalName="_activity">
      <xsd:simpleType>
        <xsd:restriction base="dms:Note"/>
      </xsd:simpleType>
    </xsd:element>
    <xsd:element name="MediaServiceObjectDetectorVersions" ma:index="20" nillable="true" ma:displayName="MediaServiceObjectDetectorVersions" ma:description=""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eac25ff7-bb51-4c67-b289-9013749df816"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5A703DD-F8CD-47FA-B90D-65B68D854B44}">
  <ds:schemaRefs>
    <ds:schemaRef ds:uri="33156d47-4ed2-41b4-b82d-0bdc41d51c72"/>
    <ds:schemaRef ds:uri="eac25ff7-bb51-4c67-b289-9013749df81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A4C7E1E-6C20-440E-941A-535F1A24C014}">
  <ds:schemaRefs>
    <ds:schemaRef ds:uri="33156d47-4ed2-41b4-b82d-0bdc41d51c72"/>
    <ds:schemaRef ds:uri="eac25ff7-bb51-4c67-b289-9013749df81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E65AC8C1-8675-4762-89BF-D102E51271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GenAI_slides1</Template>
  <TotalTime>12751</TotalTime>
  <Words>1794</Words>
  <Application>Microsoft Office PowerPoint</Application>
  <PresentationFormat>Custom</PresentationFormat>
  <Paragraphs>155</Paragraphs>
  <Slides>23</Slides>
  <Notes>23</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NVIDIA Sans</vt:lpstr>
      <vt:lpstr>NVIDIA Sans Light</vt:lpstr>
      <vt:lpstr>NVIDIA Sans Medium</vt:lpstr>
      <vt:lpstr>Roboto Mono</vt:lpstr>
      <vt:lpstr>Trebuchet MS</vt:lpstr>
      <vt:lpstr>Title Only</vt:lpstr>
      <vt:lpstr>Building AI Agents with Multimodal Models</vt:lpstr>
      <vt:lpstr>PowerPoint Presentation</vt:lpstr>
      <vt:lpstr>Prerequisites</vt:lpstr>
      <vt:lpstr>PowerPoint Presentation</vt:lpstr>
      <vt:lpstr>The Five Senses</vt:lpstr>
      <vt:lpstr>Sight</vt:lpstr>
      <vt:lpstr>Smell and Taste</vt:lpstr>
      <vt:lpstr>Hearing</vt:lpstr>
      <vt:lpstr>Touch</vt:lpstr>
      <vt:lpstr>Multimodal Applications</vt:lpstr>
      <vt:lpstr>Multimodal vs Orchestration</vt:lpstr>
      <vt:lpstr>PowerPoint Presentation</vt:lpstr>
      <vt:lpstr>Using LiDAR Data</vt:lpstr>
      <vt:lpstr>LiDAR vs Camera</vt:lpstr>
      <vt:lpstr>Azimuth and Zenith</vt:lpstr>
      <vt:lpstr>Fusion Techniques</vt:lpstr>
      <vt:lpstr>Fusion Techniques</vt:lpstr>
      <vt:lpstr>Fusion Techniques</vt:lpstr>
      <vt:lpstr>PowerPoint Presentation</vt:lpstr>
      <vt:lpstr>PowerPoint Presentation</vt:lpstr>
      <vt:lpstr>Atypical Data</vt:lpstr>
      <vt:lpstr>PowerPoint Presentation</vt:lpstr>
      <vt:lpstr>PowerPoint Presentation</vt:lpstr>
    </vt:vector>
  </TitlesOfParts>
  <Company>NVIDIA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Danielle Detering</dc:creator>
  <cp:lastModifiedBy>Danielle Detering</cp:lastModifiedBy>
  <cp:revision>29</cp:revision>
  <dcterms:created xsi:type="dcterms:W3CDTF">2023-09-14T23:38:20Z</dcterms:created>
  <dcterms:modified xsi:type="dcterms:W3CDTF">2025-05-07T04:33:46Z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0x01010004CF33B71089DC448F3A861CCE49DD4C</vt:lpwstr>
  </property>
</Properties>
</file>